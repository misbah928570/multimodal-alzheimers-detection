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handoutMasterIdLst>
    <p:handoutMasterId r:id="rId16"/>
  </p:handoutMasterIdLst>
  <p:sldIdLst>
    <p:sldId id="391" r:id="rId2"/>
    <p:sldId id="360" r:id="rId3"/>
    <p:sldId id="400" r:id="rId4"/>
    <p:sldId id="401" r:id="rId5"/>
    <p:sldId id="402" r:id="rId6"/>
    <p:sldId id="393" r:id="rId7"/>
    <p:sldId id="308" r:id="rId8"/>
    <p:sldId id="387" r:id="rId9"/>
    <p:sldId id="364" r:id="rId10"/>
    <p:sldId id="363" r:id="rId11"/>
    <p:sldId id="366" r:id="rId12"/>
    <p:sldId id="397" r:id="rId13"/>
    <p:sldId id="399" r:id="rId14"/>
  </p:sldIdLst>
  <p:sldSz cx="9144000" cy="5143500" type="screen16x9"/>
  <p:notesSz cx="6858000" cy="9144000"/>
  <p:embeddedFontLst>
    <p:embeddedFont>
      <p:font typeface="Book Antiqua" panose="02040602050305030304" pitchFamily="18" charset="0"/>
      <p:regular r:id="rId17"/>
      <p:bold r:id="rId18"/>
      <p:italic r:id="rId19"/>
      <p:boldItalic r:id="rId20"/>
    </p:embeddedFont>
    <p:embeddedFont>
      <p:font typeface="Open Sans" panose="02000000000000000000" pitchFamily="2" charset="0"/>
      <p:regular r:id="rId21"/>
    </p:embeddedFont>
  </p:embeddedFontLst>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94" userDrawn="1">
          <p15:clr>
            <a:srgbClr val="A4A3A4"/>
          </p15:clr>
        </p15:guide>
        <p15:guide id="2" orient="horz" pos="2230" userDrawn="1">
          <p15:clr>
            <a:srgbClr val="A4A3A4"/>
          </p15:clr>
        </p15:guide>
        <p15:guide id="3" pos="2497" userDrawn="1">
          <p15:clr>
            <a:srgbClr val="A4A3A4"/>
          </p15:clr>
        </p15:guide>
        <p15:guide id="4" orient="horz" pos="2845" userDrawn="1">
          <p15:clr>
            <a:srgbClr val="A4A3A4"/>
          </p15:clr>
        </p15:guide>
        <p15:guide id="5" orient="horz" pos="29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747E"/>
    <a:srgbClr val="D26859"/>
    <a:srgbClr val="B4AB8E"/>
    <a:srgbClr val="BAAEB4"/>
    <a:srgbClr val="96C2C4"/>
    <a:srgbClr val="D4BF58"/>
    <a:srgbClr val="FBF8F3"/>
    <a:srgbClr val="D0E4E5"/>
    <a:srgbClr val="000000"/>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61" autoAdjust="0"/>
    <p:restoredTop sz="94660"/>
  </p:normalViewPr>
  <p:slideViewPr>
    <p:cSldViewPr snapToGrid="0" showGuides="1">
      <p:cViewPr varScale="1">
        <p:scale>
          <a:sx n="91" d="100"/>
          <a:sy n="91" d="100"/>
        </p:scale>
        <p:origin x="708" y="72"/>
      </p:cViewPr>
      <p:guideLst>
        <p:guide orient="horz" pos="2794"/>
        <p:guide orient="horz" pos="2230"/>
        <p:guide pos="2497"/>
        <p:guide orient="horz" pos="2845"/>
        <p:guide orient="horz" pos="2974"/>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3" d="100"/>
          <a:sy n="63" d="100"/>
        </p:scale>
        <p:origin x="2280"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2.fntdata" /><Relationship Id="rId26"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font" Target="fonts/font5.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1.fntdata" /><Relationship Id="rId25"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handoutMaster" Target="handoutMasters/handoutMaster1.xml" /><Relationship Id="rId20" Type="http://schemas.openxmlformats.org/officeDocument/2006/relationships/font" Target="fonts/font4.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notesMaster" Target="notesMasters/notesMaster1.xml" /><Relationship Id="rId23"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font" Target="fonts/font3.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gs" Target="tags/tag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Open Sans" panose="020B0606030504020204" charset="0"/>
              <a:ea typeface="Open Sans" panose="020B0606030504020204" charset="0"/>
              <a:cs typeface="Open Sans" panose="020B06060305040202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7F7AC6-7B88-4C0D-9CE4-E3F03B100657}" type="datetimeFigureOut">
              <a:rPr lang="zh-CN" altLang="en-US" smtClean="0">
                <a:latin typeface="Open Sans" panose="020B0606030504020204" charset="0"/>
                <a:ea typeface="Open Sans" panose="020B0606030504020204" charset="0"/>
                <a:cs typeface="Open Sans" panose="020B0606030504020204" charset="0"/>
              </a:rPr>
              <a:t>2026/4/17</a:t>
            </a:fld>
            <a:endParaRPr lang="zh-CN" altLang="en-US">
              <a:latin typeface="Open Sans" panose="020B0606030504020204" charset="0"/>
              <a:ea typeface="Open Sans" panose="020B0606030504020204" charset="0"/>
              <a:cs typeface="Open Sans" panose="020B06060305040202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Open Sans" panose="020B0606030504020204" charset="0"/>
              <a:ea typeface="Open Sans" panose="020B0606030504020204" charset="0"/>
              <a:cs typeface="Open Sans" panose="020B06060305040202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9FE3CF-17BE-4283-A791-47AE4609DC10}" type="slidenum">
              <a:rPr lang="zh-CN" altLang="en-US" smtClean="0">
                <a:latin typeface="Open Sans" panose="020B0606030504020204" charset="0"/>
                <a:ea typeface="Open Sans" panose="020B0606030504020204" charset="0"/>
                <a:cs typeface="Open Sans" panose="020B0606030504020204" charset="0"/>
              </a:rPr>
              <a:t>‹#›</a:t>
            </a:fld>
            <a:endParaRPr lang="zh-CN" altLang="en-US">
              <a:latin typeface="Open Sans" panose="020B0606030504020204" charset="0"/>
              <a:ea typeface="Open Sans" panose="020B0606030504020204" charset="0"/>
              <a:cs typeface="Open Sans" panose="020B060603050402020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en Sans" panose="020B0606030504020204" charset="0"/>
                <a:ea typeface="Open Sans" panose="020B0606030504020204" charset="0"/>
                <a:cs typeface="Open Sans" panose="020B060603050402020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en Sans" panose="020B0606030504020204" charset="0"/>
                <a:ea typeface="Open Sans" panose="020B0606030504020204" charset="0"/>
                <a:cs typeface="Open Sans" panose="020B0606030504020204" charset="0"/>
              </a:defRPr>
            </a:lvl1pPr>
          </a:lstStyle>
          <a:p>
            <a:fld id="{D16E6429-8007-47C4-B61D-98E853C9794A}" type="datetimeFigureOut">
              <a:rPr lang="zh-CN" altLang="en-US" smtClean="0"/>
              <a:t>2026/4/17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en Sans" panose="020B0606030504020204" charset="0"/>
                <a:ea typeface="Open Sans" panose="020B0606030504020204" charset="0"/>
                <a:cs typeface="Open Sans" panose="020B060603050402020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en Sans" panose="020B0606030504020204" charset="0"/>
                <a:ea typeface="Open Sans" panose="020B0606030504020204" charset="0"/>
                <a:cs typeface="Open Sans" panose="020B0606030504020204" charset="0"/>
              </a:defRPr>
            </a:lvl1pPr>
          </a:lstStyle>
          <a:p>
            <a:fld id="{6130D010-47F9-48FB-B413-A13F6C8DFCA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en Sans" panose="020B0606030504020204" charset="0"/>
        <a:ea typeface="Open Sans" panose="020B0606030504020204" charset="0"/>
        <a:cs typeface="Open Sans" panose="020B0606030504020204" charset="0"/>
      </a:defRPr>
    </a:lvl1pPr>
    <a:lvl2pPr marL="457200" algn="l" defTabSz="914400" rtl="0" eaLnBrk="1" latinLnBrk="0" hangingPunct="1">
      <a:defRPr sz="1200" kern="1200">
        <a:solidFill>
          <a:schemeClr val="tx1"/>
        </a:solidFill>
        <a:latin typeface="Open Sans" panose="020B0606030504020204" charset="0"/>
        <a:ea typeface="Open Sans" panose="020B0606030504020204" charset="0"/>
        <a:cs typeface="Open Sans" panose="020B0606030504020204" charset="0"/>
      </a:defRPr>
    </a:lvl2pPr>
    <a:lvl3pPr marL="914400" algn="l" defTabSz="914400" rtl="0" eaLnBrk="1" latinLnBrk="0" hangingPunct="1">
      <a:defRPr sz="1200" kern="1200">
        <a:solidFill>
          <a:schemeClr val="tx1"/>
        </a:solidFill>
        <a:latin typeface="Open Sans" panose="020B0606030504020204" charset="0"/>
        <a:ea typeface="Open Sans" panose="020B0606030504020204" charset="0"/>
        <a:cs typeface="Open Sans" panose="020B0606030504020204" charset="0"/>
      </a:defRPr>
    </a:lvl3pPr>
    <a:lvl4pPr marL="1371600" algn="l" defTabSz="914400" rtl="0" eaLnBrk="1" latinLnBrk="0" hangingPunct="1">
      <a:defRPr sz="1200" kern="1200">
        <a:solidFill>
          <a:schemeClr val="tx1"/>
        </a:solidFill>
        <a:latin typeface="Open Sans" panose="020B0606030504020204" charset="0"/>
        <a:ea typeface="Open Sans" panose="020B0606030504020204" charset="0"/>
        <a:cs typeface="Open Sans" panose="020B0606030504020204" charset="0"/>
      </a:defRPr>
    </a:lvl4pPr>
    <a:lvl5pPr marL="1828800" algn="l" defTabSz="914400" rtl="0" eaLnBrk="1" latinLnBrk="0" hangingPunct="1">
      <a:defRPr sz="1200" kern="1200">
        <a:solidFill>
          <a:schemeClr val="tx1"/>
        </a:solidFill>
        <a:latin typeface="Open Sans" panose="020B0606030504020204" charset="0"/>
        <a:ea typeface="Open Sans" panose="020B0606030504020204" charset="0"/>
        <a:cs typeface="Open Sans" panose="020B060603050402020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xml" /><Relationship Id="rId2" Type="http://schemas.openxmlformats.org/officeDocument/2006/relationships/tags" Target="../tags/tag3.xml" /><Relationship Id="rId1" Type="http://schemas.openxmlformats.org/officeDocument/2006/relationships/tags" Target="../tags/tag2.xml" /><Relationship Id="rId5" Type="http://schemas.openxmlformats.org/officeDocument/2006/relationships/slideMaster" Target="../slideMasters/slideMaster1.xml" /><Relationship Id="rId4" Type="http://schemas.openxmlformats.org/officeDocument/2006/relationships/tags" Target="../tags/tag5.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grpSp>
        <p:nvGrpSpPr>
          <p:cNvPr id="4" name="Group 37"/>
          <p:cNvGrpSpPr>
            <a:grpSpLocks noChangeAspect="1"/>
          </p:cNvGrpSpPr>
          <p:nvPr userDrawn="1"/>
        </p:nvGrpSpPr>
        <p:grpSpPr bwMode="auto">
          <a:xfrm>
            <a:off x="7481394" y="4459570"/>
            <a:ext cx="1460996" cy="674407"/>
            <a:chOff x="4513" y="2717"/>
            <a:chExt cx="1120" cy="517"/>
          </a:xfrm>
        </p:grpSpPr>
        <p:sp>
          <p:nvSpPr>
            <p:cNvPr id="5" name="Freeform 38"/>
            <p:cNvSpPr/>
            <p:nvPr/>
          </p:nvSpPr>
          <p:spPr bwMode="auto">
            <a:xfrm>
              <a:off x="5216" y="2717"/>
              <a:ext cx="95" cy="451"/>
            </a:xfrm>
            <a:custGeom>
              <a:avLst/>
              <a:gdLst>
                <a:gd name="T0" fmla="*/ 39 w 78"/>
                <a:gd name="T1" fmla="*/ 0 h 369"/>
                <a:gd name="T2" fmla="*/ 9 w 78"/>
                <a:gd name="T3" fmla="*/ 305 h 369"/>
                <a:gd name="T4" fmla="*/ 39 w 78"/>
                <a:gd name="T5" fmla="*/ 369 h 369"/>
                <a:gd name="T6" fmla="*/ 69 w 78"/>
                <a:gd name="T7" fmla="*/ 305 h 369"/>
                <a:gd name="T8" fmla="*/ 39 w 78"/>
                <a:gd name="T9" fmla="*/ 0 h 369"/>
              </a:gdLst>
              <a:ahLst/>
              <a:cxnLst>
                <a:cxn ang="0">
                  <a:pos x="T0" y="T1"/>
                </a:cxn>
                <a:cxn ang="0">
                  <a:pos x="T2" y="T3"/>
                </a:cxn>
                <a:cxn ang="0">
                  <a:pos x="T4" y="T5"/>
                </a:cxn>
                <a:cxn ang="0">
                  <a:pos x="T6" y="T7"/>
                </a:cxn>
                <a:cxn ang="0">
                  <a:pos x="T8" y="T9"/>
                </a:cxn>
              </a:cxnLst>
              <a:rect l="0" t="0" r="r" b="b"/>
              <a:pathLst>
                <a:path w="78" h="369">
                  <a:moveTo>
                    <a:pt x="39" y="0"/>
                  </a:moveTo>
                  <a:cubicBezTo>
                    <a:pt x="10" y="77"/>
                    <a:pt x="0" y="272"/>
                    <a:pt x="9" y="305"/>
                  </a:cubicBezTo>
                  <a:cubicBezTo>
                    <a:pt x="19" y="338"/>
                    <a:pt x="39" y="369"/>
                    <a:pt x="39" y="369"/>
                  </a:cubicBezTo>
                  <a:cubicBezTo>
                    <a:pt x="39" y="369"/>
                    <a:pt x="59" y="338"/>
                    <a:pt x="69" y="305"/>
                  </a:cubicBezTo>
                  <a:cubicBezTo>
                    <a:pt x="78" y="272"/>
                    <a:pt x="68" y="77"/>
                    <a:pt x="39" y="0"/>
                  </a:cubicBezTo>
                  <a:close/>
                </a:path>
              </a:pathLst>
            </a:custGeom>
            <a:solidFill>
              <a:srgbClr val="B4AB8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6" name="Line 39"/>
            <p:cNvSpPr>
              <a:spLocks noChangeShapeType="1"/>
            </p:cNvSpPr>
            <p:nvPr/>
          </p:nvSpPr>
          <p:spPr bwMode="auto">
            <a:xfrm>
              <a:off x="5225" y="3071"/>
              <a:ext cx="78" cy="0"/>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7" name="Line 40"/>
            <p:cNvSpPr>
              <a:spLocks noChangeShapeType="1"/>
            </p:cNvSpPr>
            <p:nvPr/>
          </p:nvSpPr>
          <p:spPr bwMode="auto">
            <a:xfrm>
              <a:off x="5223" y="3035"/>
              <a:ext cx="81" cy="0"/>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 name="Freeform 41"/>
            <p:cNvSpPr/>
            <p:nvPr/>
          </p:nvSpPr>
          <p:spPr bwMode="auto">
            <a:xfrm>
              <a:off x="5165" y="3115"/>
              <a:ext cx="197" cy="119"/>
            </a:xfrm>
            <a:custGeom>
              <a:avLst/>
              <a:gdLst>
                <a:gd name="T0" fmla="*/ 109 w 162"/>
                <a:gd name="T1" fmla="*/ 0 h 97"/>
                <a:gd name="T2" fmla="*/ 81 w 162"/>
                <a:gd name="T3" fmla="*/ 27 h 97"/>
                <a:gd name="T4" fmla="*/ 53 w 162"/>
                <a:gd name="T5" fmla="*/ 0 h 97"/>
                <a:gd name="T6" fmla="*/ 0 w 162"/>
                <a:gd name="T7" fmla="*/ 53 h 97"/>
                <a:gd name="T8" fmla="*/ 0 w 162"/>
                <a:gd name="T9" fmla="*/ 97 h 97"/>
                <a:gd name="T10" fmla="*/ 162 w 162"/>
                <a:gd name="T11" fmla="*/ 97 h 97"/>
                <a:gd name="T12" fmla="*/ 162 w 162"/>
                <a:gd name="T13" fmla="*/ 53 h 97"/>
                <a:gd name="T14" fmla="*/ 109 w 162"/>
                <a:gd name="T15" fmla="*/ 0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 h="97">
                  <a:moveTo>
                    <a:pt x="109" y="0"/>
                  </a:moveTo>
                  <a:cubicBezTo>
                    <a:pt x="109" y="15"/>
                    <a:pt x="96" y="27"/>
                    <a:pt x="81" y="27"/>
                  </a:cubicBezTo>
                  <a:cubicBezTo>
                    <a:pt x="66" y="27"/>
                    <a:pt x="53" y="15"/>
                    <a:pt x="53" y="0"/>
                  </a:cubicBezTo>
                  <a:cubicBezTo>
                    <a:pt x="24" y="0"/>
                    <a:pt x="0" y="24"/>
                    <a:pt x="0" y="53"/>
                  </a:cubicBezTo>
                  <a:cubicBezTo>
                    <a:pt x="0" y="97"/>
                    <a:pt x="0" y="97"/>
                    <a:pt x="0" y="97"/>
                  </a:cubicBezTo>
                  <a:cubicBezTo>
                    <a:pt x="162" y="97"/>
                    <a:pt x="162" y="97"/>
                    <a:pt x="162" y="97"/>
                  </a:cubicBezTo>
                  <a:cubicBezTo>
                    <a:pt x="162" y="53"/>
                    <a:pt x="162" y="53"/>
                    <a:pt x="162" y="53"/>
                  </a:cubicBezTo>
                  <a:cubicBezTo>
                    <a:pt x="162" y="24"/>
                    <a:pt x="138" y="0"/>
                    <a:pt x="109" y="0"/>
                  </a:cubicBezTo>
                  <a:close/>
                </a:path>
              </a:pathLst>
            </a:custGeom>
            <a:solidFill>
              <a:srgbClr val="F5EEE3"/>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9" name="Freeform 42"/>
            <p:cNvSpPr/>
            <p:nvPr/>
          </p:nvSpPr>
          <p:spPr bwMode="auto">
            <a:xfrm>
              <a:off x="5411" y="3020"/>
              <a:ext cx="222" cy="214"/>
            </a:xfrm>
            <a:custGeom>
              <a:avLst/>
              <a:gdLst>
                <a:gd name="T0" fmla="*/ 161 w 182"/>
                <a:gd name="T1" fmla="*/ 42 h 175"/>
                <a:gd name="T2" fmla="*/ 124 w 182"/>
                <a:gd name="T3" fmla="*/ 42 h 175"/>
                <a:gd name="T4" fmla="*/ 124 w 182"/>
                <a:gd name="T5" fmla="*/ 0 h 175"/>
                <a:gd name="T6" fmla="*/ 57 w 182"/>
                <a:gd name="T7" fmla="*/ 0 h 175"/>
                <a:gd name="T8" fmla="*/ 57 w 182"/>
                <a:gd name="T9" fmla="*/ 42 h 175"/>
                <a:gd name="T10" fmla="*/ 21 w 182"/>
                <a:gd name="T11" fmla="*/ 42 h 175"/>
                <a:gd name="T12" fmla="*/ 0 w 182"/>
                <a:gd name="T13" fmla="*/ 63 h 175"/>
                <a:gd name="T14" fmla="*/ 0 w 182"/>
                <a:gd name="T15" fmla="*/ 154 h 175"/>
                <a:gd name="T16" fmla="*/ 21 w 182"/>
                <a:gd name="T17" fmla="*/ 175 h 175"/>
                <a:gd name="T18" fmla="*/ 161 w 182"/>
                <a:gd name="T19" fmla="*/ 175 h 175"/>
                <a:gd name="T20" fmla="*/ 182 w 182"/>
                <a:gd name="T21" fmla="*/ 154 h 175"/>
                <a:gd name="T22" fmla="*/ 182 w 182"/>
                <a:gd name="T23" fmla="*/ 63 h 175"/>
                <a:gd name="T24" fmla="*/ 161 w 182"/>
                <a:gd name="T25" fmla="*/ 4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75">
                  <a:moveTo>
                    <a:pt x="161" y="42"/>
                  </a:moveTo>
                  <a:cubicBezTo>
                    <a:pt x="124" y="42"/>
                    <a:pt x="124" y="42"/>
                    <a:pt x="124" y="42"/>
                  </a:cubicBezTo>
                  <a:cubicBezTo>
                    <a:pt x="124" y="0"/>
                    <a:pt x="124" y="0"/>
                    <a:pt x="124" y="0"/>
                  </a:cubicBezTo>
                  <a:cubicBezTo>
                    <a:pt x="57" y="0"/>
                    <a:pt x="57" y="0"/>
                    <a:pt x="57" y="0"/>
                  </a:cubicBezTo>
                  <a:cubicBezTo>
                    <a:pt x="57" y="42"/>
                    <a:pt x="57" y="42"/>
                    <a:pt x="57" y="42"/>
                  </a:cubicBezTo>
                  <a:cubicBezTo>
                    <a:pt x="21" y="42"/>
                    <a:pt x="21" y="42"/>
                    <a:pt x="21" y="42"/>
                  </a:cubicBezTo>
                  <a:cubicBezTo>
                    <a:pt x="9" y="42"/>
                    <a:pt x="0" y="52"/>
                    <a:pt x="0" y="63"/>
                  </a:cubicBezTo>
                  <a:cubicBezTo>
                    <a:pt x="0" y="154"/>
                    <a:pt x="0" y="154"/>
                    <a:pt x="0" y="154"/>
                  </a:cubicBezTo>
                  <a:cubicBezTo>
                    <a:pt x="0" y="166"/>
                    <a:pt x="9" y="175"/>
                    <a:pt x="21" y="175"/>
                  </a:cubicBezTo>
                  <a:cubicBezTo>
                    <a:pt x="161" y="175"/>
                    <a:pt x="161" y="175"/>
                    <a:pt x="161" y="175"/>
                  </a:cubicBezTo>
                  <a:cubicBezTo>
                    <a:pt x="173" y="175"/>
                    <a:pt x="182" y="166"/>
                    <a:pt x="182" y="154"/>
                  </a:cubicBezTo>
                  <a:cubicBezTo>
                    <a:pt x="182" y="63"/>
                    <a:pt x="182" y="63"/>
                    <a:pt x="182" y="63"/>
                  </a:cubicBezTo>
                  <a:cubicBezTo>
                    <a:pt x="182" y="52"/>
                    <a:pt x="173" y="42"/>
                    <a:pt x="161" y="42"/>
                  </a:cubicBezTo>
                  <a:close/>
                </a:path>
              </a:pathLst>
            </a:custGeom>
            <a:solidFill>
              <a:srgbClr val="B4AB8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0" name="Rectangle 43"/>
            <p:cNvSpPr>
              <a:spLocks noChangeArrowheads="1"/>
            </p:cNvSpPr>
            <p:nvPr/>
          </p:nvSpPr>
          <p:spPr bwMode="auto">
            <a:xfrm>
              <a:off x="5411" y="3121"/>
              <a:ext cx="222" cy="53"/>
            </a:xfrm>
            <a:prstGeom prst="rect">
              <a:avLst/>
            </a:prstGeom>
            <a:solidFill>
              <a:srgbClr val="F5EEE3"/>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1" name="Rectangle 44"/>
            <p:cNvSpPr>
              <a:spLocks noChangeArrowheads="1"/>
            </p:cNvSpPr>
            <p:nvPr/>
          </p:nvSpPr>
          <p:spPr bwMode="auto">
            <a:xfrm>
              <a:off x="5452" y="2969"/>
              <a:ext cx="139" cy="51"/>
            </a:xfrm>
            <a:prstGeom prst="rect">
              <a:avLst/>
            </a:prstGeom>
            <a:solidFill>
              <a:srgbClr val="87747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2" name="Line 45"/>
            <p:cNvSpPr>
              <a:spLocks noChangeShapeType="1"/>
            </p:cNvSpPr>
            <p:nvPr/>
          </p:nvSpPr>
          <p:spPr bwMode="auto">
            <a:xfrm>
              <a:off x="5452" y="3108"/>
              <a:ext cx="0" cy="86"/>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3" name="Rectangle 46"/>
            <p:cNvSpPr>
              <a:spLocks noChangeArrowheads="1"/>
            </p:cNvSpPr>
            <p:nvPr/>
          </p:nvSpPr>
          <p:spPr bwMode="auto">
            <a:xfrm>
              <a:off x="4513" y="2943"/>
              <a:ext cx="485" cy="291"/>
            </a:xfrm>
            <a:prstGeom prst="rect">
              <a:avLst/>
            </a:prstGeom>
            <a:solidFill>
              <a:srgbClr val="FAFAFA"/>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4" name="Line 47"/>
            <p:cNvSpPr>
              <a:spLocks noChangeShapeType="1"/>
            </p:cNvSpPr>
            <p:nvPr/>
          </p:nvSpPr>
          <p:spPr bwMode="auto">
            <a:xfrm>
              <a:off x="4563"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5" name="Line 48"/>
            <p:cNvSpPr>
              <a:spLocks noChangeShapeType="1"/>
            </p:cNvSpPr>
            <p:nvPr/>
          </p:nvSpPr>
          <p:spPr bwMode="auto">
            <a:xfrm>
              <a:off x="4611"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6" name="Line 49"/>
            <p:cNvSpPr>
              <a:spLocks noChangeShapeType="1"/>
            </p:cNvSpPr>
            <p:nvPr/>
          </p:nvSpPr>
          <p:spPr bwMode="auto">
            <a:xfrm>
              <a:off x="4659"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7" name="Line 50"/>
            <p:cNvSpPr>
              <a:spLocks noChangeShapeType="1"/>
            </p:cNvSpPr>
            <p:nvPr/>
          </p:nvSpPr>
          <p:spPr bwMode="auto">
            <a:xfrm>
              <a:off x="4707"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8" name="Line 51"/>
            <p:cNvSpPr>
              <a:spLocks noChangeShapeType="1"/>
            </p:cNvSpPr>
            <p:nvPr/>
          </p:nvSpPr>
          <p:spPr bwMode="auto">
            <a:xfrm>
              <a:off x="4756"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9" name="Line 52"/>
            <p:cNvSpPr>
              <a:spLocks noChangeShapeType="1"/>
            </p:cNvSpPr>
            <p:nvPr/>
          </p:nvSpPr>
          <p:spPr bwMode="auto">
            <a:xfrm>
              <a:off x="4804"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0" name="Line 53"/>
            <p:cNvSpPr>
              <a:spLocks noChangeShapeType="1"/>
            </p:cNvSpPr>
            <p:nvPr/>
          </p:nvSpPr>
          <p:spPr bwMode="auto">
            <a:xfrm>
              <a:off x="4852"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1" name="Line 54"/>
            <p:cNvSpPr>
              <a:spLocks noChangeShapeType="1"/>
            </p:cNvSpPr>
            <p:nvPr/>
          </p:nvSpPr>
          <p:spPr bwMode="auto">
            <a:xfrm>
              <a:off x="4901"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2" name="Line 55"/>
            <p:cNvSpPr>
              <a:spLocks noChangeShapeType="1"/>
            </p:cNvSpPr>
            <p:nvPr/>
          </p:nvSpPr>
          <p:spPr bwMode="auto">
            <a:xfrm>
              <a:off x="4948"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5" name="Freeform 58"/>
            <p:cNvSpPr/>
            <p:nvPr/>
          </p:nvSpPr>
          <p:spPr bwMode="auto">
            <a:xfrm>
              <a:off x="4998" y="2976"/>
              <a:ext cx="69" cy="258"/>
            </a:xfrm>
            <a:custGeom>
              <a:avLst/>
              <a:gdLst>
                <a:gd name="T0" fmla="*/ 0 w 69"/>
                <a:gd name="T1" fmla="*/ 0 h 258"/>
                <a:gd name="T2" fmla="*/ 69 w 69"/>
                <a:gd name="T3" fmla="*/ 258 h 258"/>
                <a:gd name="T4" fmla="*/ 0 w 69"/>
                <a:gd name="T5" fmla="*/ 258 h 258"/>
                <a:gd name="T6" fmla="*/ 0 w 69"/>
                <a:gd name="T7" fmla="*/ 0 h 258"/>
              </a:gdLst>
              <a:ahLst/>
              <a:cxnLst>
                <a:cxn ang="0">
                  <a:pos x="T0" y="T1"/>
                </a:cxn>
                <a:cxn ang="0">
                  <a:pos x="T2" y="T3"/>
                </a:cxn>
                <a:cxn ang="0">
                  <a:pos x="T4" y="T5"/>
                </a:cxn>
                <a:cxn ang="0">
                  <a:pos x="T6" y="T7"/>
                </a:cxn>
              </a:cxnLst>
              <a:rect l="0" t="0" r="r" b="b"/>
              <a:pathLst>
                <a:path w="69" h="258">
                  <a:moveTo>
                    <a:pt x="0" y="0"/>
                  </a:moveTo>
                  <a:lnTo>
                    <a:pt x="69" y="258"/>
                  </a:lnTo>
                  <a:lnTo>
                    <a:pt x="0" y="258"/>
                  </a:lnTo>
                  <a:lnTo>
                    <a:pt x="0" y="0"/>
                  </a:lnTo>
                  <a:close/>
                </a:path>
              </a:pathLst>
            </a:custGeom>
            <a:solidFill>
              <a:srgbClr val="D26859"/>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grpSp>
      <p:sp>
        <p:nvSpPr>
          <p:cNvPr id="28" name="Line 17"/>
          <p:cNvSpPr>
            <a:spLocks noChangeShapeType="1"/>
          </p:cNvSpPr>
          <p:nvPr userDrawn="1"/>
        </p:nvSpPr>
        <p:spPr bwMode="auto">
          <a:xfrm flipH="1">
            <a:off x="0" y="5143500"/>
            <a:ext cx="9144025" cy="0"/>
          </a:xfrm>
          <a:prstGeom prst="line">
            <a:avLst/>
          </a:prstGeom>
          <a:noFill/>
          <a:ln w="28575"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grpSp>
        <p:nvGrpSpPr>
          <p:cNvPr id="43" name="Group 14"/>
          <p:cNvGrpSpPr>
            <a:grpSpLocks noChangeAspect="1"/>
          </p:cNvGrpSpPr>
          <p:nvPr userDrawn="1"/>
        </p:nvGrpSpPr>
        <p:grpSpPr bwMode="auto">
          <a:xfrm>
            <a:off x="157819" y="4714612"/>
            <a:ext cx="567986" cy="428887"/>
            <a:chOff x="2340" y="1213"/>
            <a:chExt cx="1078" cy="814"/>
          </a:xfrm>
        </p:grpSpPr>
        <p:sp>
          <p:nvSpPr>
            <p:cNvPr id="45" name="Rectangle 15"/>
            <p:cNvSpPr>
              <a:spLocks noChangeArrowheads="1"/>
            </p:cNvSpPr>
            <p:nvPr userDrawn="1"/>
          </p:nvSpPr>
          <p:spPr bwMode="auto">
            <a:xfrm>
              <a:off x="2354" y="1809"/>
              <a:ext cx="1049" cy="203"/>
            </a:xfrm>
            <a:prstGeom prst="rect">
              <a:avLst/>
            </a:prstGeom>
            <a:solidFill>
              <a:srgbClr val="B4AB8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6" name="Freeform 16"/>
            <p:cNvSpPr>
              <a:spLocks noEditPoints="1"/>
            </p:cNvSpPr>
            <p:nvPr userDrawn="1"/>
          </p:nvSpPr>
          <p:spPr bwMode="auto">
            <a:xfrm>
              <a:off x="2340" y="1795"/>
              <a:ext cx="1078" cy="232"/>
            </a:xfrm>
            <a:custGeom>
              <a:avLst/>
              <a:gdLst>
                <a:gd name="T0" fmla="*/ 446 w 452"/>
                <a:gd name="T1" fmla="*/ 97 h 97"/>
                <a:gd name="T2" fmla="*/ 6 w 452"/>
                <a:gd name="T3" fmla="*/ 97 h 97"/>
                <a:gd name="T4" fmla="*/ 0 w 452"/>
                <a:gd name="T5" fmla="*/ 91 h 97"/>
                <a:gd name="T6" fmla="*/ 0 w 452"/>
                <a:gd name="T7" fmla="*/ 6 h 97"/>
                <a:gd name="T8" fmla="*/ 6 w 452"/>
                <a:gd name="T9" fmla="*/ 0 h 97"/>
                <a:gd name="T10" fmla="*/ 446 w 452"/>
                <a:gd name="T11" fmla="*/ 0 h 97"/>
                <a:gd name="T12" fmla="*/ 452 w 452"/>
                <a:gd name="T13" fmla="*/ 6 h 97"/>
                <a:gd name="T14" fmla="*/ 452 w 452"/>
                <a:gd name="T15" fmla="*/ 91 h 97"/>
                <a:gd name="T16" fmla="*/ 446 w 452"/>
                <a:gd name="T17" fmla="*/ 97 h 97"/>
                <a:gd name="T18" fmla="*/ 12 w 452"/>
                <a:gd name="T19" fmla="*/ 85 h 97"/>
                <a:gd name="T20" fmla="*/ 440 w 452"/>
                <a:gd name="T21" fmla="*/ 85 h 97"/>
                <a:gd name="T22" fmla="*/ 440 w 452"/>
                <a:gd name="T23" fmla="*/ 12 h 97"/>
                <a:gd name="T24" fmla="*/ 12 w 452"/>
                <a:gd name="T25" fmla="*/ 12 h 97"/>
                <a:gd name="T26" fmla="*/ 12 w 452"/>
                <a:gd name="T27" fmla="*/ 85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2" h="97">
                  <a:moveTo>
                    <a:pt x="446" y="97"/>
                  </a:moveTo>
                  <a:cubicBezTo>
                    <a:pt x="6" y="97"/>
                    <a:pt x="6" y="97"/>
                    <a:pt x="6" y="97"/>
                  </a:cubicBezTo>
                  <a:cubicBezTo>
                    <a:pt x="2" y="97"/>
                    <a:pt x="0" y="94"/>
                    <a:pt x="0" y="91"/>
                  </a:cubicBezTo>
                  <a:cubicBezTo>
                    <a:pt x="0" y="6"/>
                    <a:pt x="0" y="6"/>
                    <a:pt x="0" y="6"/>
                  </a:cubicBezTo>
                  <a:cubicBezTo>
                    <a:pt x="0" y="3"/>
                    <a:pt x="2" y="0"/>
                    <a:pt x="6" y="0"/>
                  </a:cubicBezTo>
                  <a:cubicBezTo>
                    <a:pt x="446" y="0"/>
                    <a:pt x="446" y="0"/>
                    <a:pt x="446" y="0"/>
                  </a:cubicBezTo>
                  <a:cubicBezTo>
                    <a:pt x="450" y="0"/>
                    <a:pt x="452" y="3"/>
                    <a:pt x="452" y="6"/>
                  </a:cubicBezTo>
                  <a:cubicBezTo>
                    <a:pt x="452" y="91"/>
                    <a:pt x="452" y="91"/>
                    <a:pt x="452" y="91"/>
                  </a:cubicBezTo>
                  <a:cubicBezTo>
                    <a:pt x="452" y="94"/>
                    <a:pt x="450" y="97"/>
                    <a:pt x="446" y="97"/>
                  </a:cubicBezTo>
                  <a:close/>
                  <a:moveTo>
                    <a:pt x="12" y="85"/>
                  </a:moveTo>
                  <a:cubicBezTo>
                    <a:pt x="440" y="85"/>
                    <a:pt x="440" y="85"/>
                    <a:pt x="440" y="85"/>
                  </a:cubicBezTo>
                  <a:cubicBezTo>
                    <a:pt x="440" y="12"/>
                    <a:pt x="440" y="12"/>
                    <a:pt x="440" y="12"/>
                  </a:cubicBezTo>
                  <a:cubicBezTo>
                    <a:pt x="12" y="12"/>
                    <a:pt x="12" y="12"/>
                    <a:pt x="12" y="12"/>
                  </a:cubicBezTo>
                  <a:lnTo>
                    <a:pt x="12" y="85"/>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7" name="Rectangle 17"/>
            <p:cNvSpPr>
              <a:spLocks noChangeArrowheads="1"/>
            </p:cNvSpPr>
            <p:nvPr userDrawn="1"/>
          </p:nvSpPr>
          <p:spPr bwMode="auto">
            <a:xfrm>
              <a:off x="2354" y="1869"/>
              <a:ext cx="1049" cy="83"/>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8" name="Freeform 18"/>
            <p:cNvSpPr>
              <a:spLocks noEditPoints="1"/>
            </p:cNvSpPr>
            <p:nvPr userDrawn="1"/>
          </p:nvSpPr>
          <p:spPr bwMode="auto">
            <a:xfrm>
              <a:off x="2340" y="1854"/>
              <a:ext cx="1078" cy="113"/>
            </a:xfrm>
            <a:custGeom>
              <a:avLst/>
              <a:gdLst>
                <a:gd name="T0" fmla="*/ 446 w 452"/>
                <a:gd name="T1" fmla="*/ 47 h 47"/>
                <a:gd name="T2" fmla="*/ 6 w 452"/>
                <a:gd name="T3" fmla="*/ 47 h 47"/>
                <a:gd name="T4" fmla="*/ 0 w 452"/>
                <a:gd name="T5" fmla="*/ 41 h 47"/>
                <a:gd name="T6" fmla="*/ 0 w 452"/>
                <a:gd name="T7" fmla="*/ 6 h 47"/>
                <a:gd name="T8" fmla="*/ 6 w 452"/>
                <a:gd name="T9" fmla="*/ 0 h 47"/>
                <a:gd name="T10" fmla="*/ 446 w 452"/>
                <a:gd name="T11" fmla="*/ 0 h 47"/>
                <a:gd name="T12" fmla="*/ 452 w 452"/>
                <a:gd name="T13" fmla="*/ 6 h 47"/>
                <a:gd name="T14" fmla="*/ 452 w 452"/>
                <a:gd name="T15" fmla="*/ 41 h 47"/>
                <a:gd name="T16" fmla="*/ 446 w 452"/>
                <a:gd name="T17" fmla="*/ 47 h 47"/>
                <a:gd name="T18" fmla="*/ 12 w 452"/>
                <a:gd name="T19" fmla="*/ 35 h 47"/>
                <a:gd name="T20" fmla="*/ 440 w 452"/>
                <a:gd name="T21" fmla="*/ 35 h 47"/>
                <a:gd name="T22" fmla="*/ 440 w 452"/>
                <a:gd name="T23" fmla="*/ 12 h 47"/>
                <a:gd name="T24" fmla="*/ 12 w 452"/>
                <a:gd name="T25" fmla="*/ 12 h 47"/>
                <a:gd name="T26" fmla="*/ 12 w 452"/>
                <a:gd name="T27" fmla="*/ 3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2" h="47">
                  <a:moveTo>
                    <a:pt x="446" y="47"/>
                  </a:moveTo>
                  <a:cubicBezTo>
                    <a:pt x="6" y="47"/>
                    <a:pt x="6" y="47"/>
                    <a:pt x="6" y="47"/>
                  </a:cubicBezTo>
                  <a:cubicBezTo>
                    <a:pt x="2" y="47"/>
                    <a:pt x="0" y="45"/>
                    <a:pt x="0" y="41"/>
                  </a:cubicBezTo>
                  <a:cubicBezTo>
                    <a:pt x="0" y="6"/>
                    <a:pt x="0" y="6"/>
                    <a:pt x="0" y="6"/>
                  </a:cubicBezTo>
                  <a:cubicBezTo>
                    <a:pt x="0" y="3"/>
                    <a:pt x="2" y="0"/>
                    <a:pt x="6" y="0"/>
                  </a:cubicBezTo>
                  <a:cubicBezTo>
                    <a:pt x="446" y="0"/>
                    <a:pt x="446" y="0"/>
                    <a:pt x="446" y="0"/>
                  </a:cubicBezTo>
                  <a:cubicBezTo>
                    <a:pt x="450" y="0"/>
                    <a:pt x="452" y="3"/>
                    <a:pt x="452" y="6"/>
                  </a:cubicBezTo>
                  <a:cubicBezTo>
                    <a:pt x="452" y="41"/>
                    <a:pt x="452" y="41"/>
                    <a:pt x="452" y="41"/>
                  </a:cubicBezTo>
                  <a:cubicBezTo>
                    <a:pt x="452" y="45"/>
                    <a:pt x="450" y="47"/>
                    <a:pt x="446" y="47"/>
                  </a:cubicBezTo>
                  <a:close/>
                  <a:moveTo>
                    <a:pt x="12" y="35"/>
                  </a:moveTo>
                  <a:cubicBezTo>
                    <a:pt x="440" y="35"/>
                    <a:pt x="440" y="35"/>
                    <a:pt x="440" y="35"/>
                  </a:cubicBezTo>
                  <a:cubicBezTo>
                    <a:pt x="440" y="12"/>
                    <a:pt x="440" y="12"/>
                    <a:pt x="440" y="12"/>
                  </a:cubicBezTo>
                  <a:cubicBezTo>
                    <a:pt x="12" y="12"/>
                    <a:pt x="12" y="12"/>
                    <a:pt x="12" y="12"/>
                  </a:cubicBezTo>
                  <a:lnTo>
                    <a:pt x="12" y="35"/>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9" name="Freeform 19"/>
            <p:cNvSpPr/>
            <p:nvPr userDrawn="1"/>
          </p:nvSpPr>
          <p:spPr bwMode="auto">
            <a:xfrm>
              <a:off x="2714" y="1228"/>
              <a:ext cx="215" cy="244"/>
            </a:xfrm>
            <a:custGeom>
              <a:avLst/>
              <a:gdLst>
                <a:gd name="T0" fmla="*/ 0 w 90"/>
                <a:gd name="T1" fmla="*/ 0 h 102"/>
                <a:gd name="T2" fmla="*/ 9 w 90"/>
                <a:gd name="T3" fmla="*/ 61 h 102"/>
                <a:gd name="T4" fmla="*/ 57 w 90"/>
                <a:gd name="T5" fmla="*/ 101 h 102"/>
                <a:gd name="T6" fmla="*/ 78 w 90"/>
                <a:gd name="T7" fmla="*/ 101 h 102"/>
                <a:gd name="T8" fmla="*/ 83 w 90"/>
                <a:gd name="T9" fmla="*/ 81 h 102"/>
                <a:gd name="T10" fmla="*/ 57 w 90"/>
                <a:gd name="T11" fmla="*/ 25 h 102"/>
                <a:gd name="T12" fmla="*/ 0 w 90"/>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0" h="102">
                  <a:moveTo>
                    <a:pt x="0" y="0"/>
                  </a:moveTo>
                  <a:cubicBezTo>
                    <a:pt x="9" y="61"/>
                    <a:pt x="9" y="61"/>
                    <a:pt x="9" y="61"/>
                  </a:cubicBezTo>
                  <a:cubicBezTo>
                    <a:pt x="13" y="85"/>
                    <a:pt x="33" y="102"/>
                    <a:pt x="57" y="101"/>
                  </a:cubicBezTo>
                  <a:cubicBezTo>
                    <a:pt x="78" y="101"/>
                    <a:pt x="78" y="101"/>
                    <a:pt x="78" y="101"/>
                  </a:cubicBezTo>
                  <a:cubicBezTo>
                    <a:pt x="83" y="81"/>
                    <a:pt x="83" y="81"/>
                    <a:pt x="83" y="81"/>
                  </a:cubicBezTo>
                  <a:cubicBezTo>
                    <a:pt x="90" y="58"/>
                    <a:pt x="78" y="34"/>
                    <a:pt x="57" y="25"/>
                  </a:cubicBezTo>
                  <a:lnTo>
                    <a:pt x="0" y="0"/>
                  </a:lnTo>
                  <a:close/>
                </a:path>
              </a:pathLst>
            </a:custGeom>
            <a:solidFill>
              <a:srgbClr val="B4AB8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0" name="Freeform 20"/>
            <p:cNvSpPr>
              <a:spLocks noEditPoints="1"/>
            </p:cNvSpPr>
            <p:nvPr userDrawn="1"/>
          </p:nvSpPr>
          <p:spPr bwMode="auto">
            <a:xfrm>
              <a:off x="2698" y="1213"/>
              <a:ext cx="245" cy="271"/>
            </a:xfrm>
            <a:custGeom>
              <a:avLst/>
              <a:gdLst>
                <a:gd name="T0" fmla="*/ 63 w 103"/>
                <a:gd name="T1" fmla="*/ 113 h 113"/>
                <a:gd name="T2" fmla="*/ 10 w 103"/>
                <a:gd name="T3" fmla="*/ 68 h 113"/>
                <a:gd name="T4" fmla="*/ 1 w 103"/>
                <a:gd name="T5" fmla="*/ 7 h 113"/>
                <a:gd name="T6" fmla="*/ 3 w 103"/>
                <a:gd name="T7" fmla="*/ 1 h 113"/>
                <a:gd name="T8" fmla="*/ 9 w 103"/>
                <a:gd name="T9" fmla="*/ 0 h 113"/>
                <a:gd name="T10" fmla="*/ 66 w 103"/>
                <a:gd name="T11" fmla="*/ 25 h 113"/>
                <a:gd name="T12" fmla="*/ 96 w 103"/>
                <a:gd name="T13" fmla="*/ 88 h 113"/>
                <a:gd name="T14" fmla="*/ 90 w 103"/>
                <a:gd name="T15" fmla="*/ 108 h 113"/>
                <a:gd name="T16" fmla="*/ 85 w 103"/>
                <a:gd name="T17" fmla="*/ 113 h 113"/>
                <a:gd name="T18" fmla="*/ 64 w 103"/>
                <a:gd name="T19" fmla="*/ 113 h 113"/>
                <a:gd name="T20" fmla="*/ 63 w 103"/>
                <a:gd name="T21" fmla="*/ 113 h 113"/>
                <a:gd name="T22" fmla="*/ 85 w 103"/>
                <a:gd name="T23" fmla="*/ 107 h 113"/>
                <a:gd name="T24" fmla="*/ 85 w 103"/>
                <a:gd name="T25" fmla="*/ 107 h 113"/>
                <a:gd name="T26" fmla="*/ 14 w 103"/>
                <a:gd name="T27" fmla="*/ 16 h 113"/>
                <a:gd name="T28" fmla="*/ 22 w 103"/>
                <a:gd name="T29" fmla="*/ 66 h 113"/>
                <a:gd name="T30" fmla="*/ 63 w 103"/>
                <a:gd name="T31" fmla="*/ 101 h 113"/>
                <a:gd name="T32" fmla="*/ 64 w 103"/>
                <a:gd name="T33" fmla="*/ 101 h 113"/>
                <a:gd name="T34" fmla="*/ 80 w 103"/>
                <a:gd name="T35" fmla="*/ 101 h 113"/>
                <a:gd name="T36" fmla="*/ 84 w 103"/>
                <a:gd name="T37" fmla="*/ 85 h 113"/>
                <a:gd name="T38" fmla="*/ 61 w 103"/>
                <a:gd name="T39" fmla="*/ 36 h 113"/>
                <a:gd name="T40" fmla="*/ 14 w 103"/>
                <a:gd name="T41"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3" h="113">
                  <a:moveTo>
                    <a:pt x="63" y="113"/>
                  </a:moveTo>
                  <a:cubicBezTo>
                    <a:pt x="37" y="113"/>
                    <a:pt x="14" y="94"/>
                    <a:pt x="10" y="68"/>
                  </a:cubicBezTo>
                  <a:cubicBezTo>
                    <a:pt x="1" y="7"/>
                    <a:pt x="1" y="7"/>
                    <a:pt x="1" y="7"/>
                  </a:cubicBezTo>
                  <a:cubicBezTo>
                    <a:pt x="0" y="5"/>
                    <a:pt x="1" y="3"/>
                    <a:pt x="3" y="1"/>
                  </a:cubicBezTo>
                  <a:cubicBezTo>
                    <a:pt x="5" y="0"/>
                    <a:pt x="7" y="0"/>
                    <a:pt x="9" y="0"/>
                  </a:cubicBezTo>
                  <a:cubicBezTo>
                    <a:pt x="66" y="25"/>
                    <a:pt x="66" y="25"/>
                    <a:pt x="66" y="25"/>
                  </a:cubicBezTo>
                  <a:cubicBezTo>
                    <a:pt x="90" y="36"/>
                    <a:pt x="103" y="63"/>
                    <a:pt x="96" y="88"/>
                  </a:cubicBezTo>
                  <a:cubicBezTo>
                    <a:pt x="90" y="108"/>
                    <a:pt x="90" y="108"/>
                    <a:pt x="90" y="108"/>
                  </a:cubicBezTo>
                  <a:cubicBezTo>
                    <a:pt x="90" y="111"/>
                    <a:pt x="87" y="113"/>
                    <a:pt x="85" y="113"/>
                  </a:cubicBezTo>
                  <a:cubicBezTo>
                    <a:pt x="64" y="113"/>
                    <a:pt x="64" y="113"/>
                    <a:pt x="64" y="113"/>
                  </a:cubicBezTo>
                  <a:cubicBezTo>
                    <a:pt x="63" y="113"/>
                    <a:pt x="63" y="113"/>
                    <a:pt x="63" y="113"/>
                  </a:cubicBezTo>
                  <a:close/>
                  <a:moveTo>
                    <a:pt x="85" y="107"/>
                  </a:moveTo>
                  <a:cubicBezTo>
                    <a:pt x="85" y="107"/>
                    <a:pt x="85" y="107"/>
                    <a:pt x="85" y="107"/>
                  </a:cubicBezTo>
                  <a:close/>
                  <a:moveTo>
                    <a:pt x="14" y="16"/>
                  </a:moveTo>
                  <a:cubicBezTo>
                    <a:pt x="22" y="66"/>
                    <a:pt x="22" y="66"/>
                    <a:pt x="22" y="66"/>
                  </a:cubicBezTo>
                  <a:cubicBezTo>
                    <a:pt x="25" y="86"/>
                    <a:pt x="43" y="101"/>
                    <a:pt x="63" y="101"/>
                  </a:cubicBezTo>
                  <a:cubicBezTo>
                    <a:pt x="63" y="101"/>
                    <a:pt x="63" y="101"/>
                    <a:pt x="64" y="101"/>
                  </a:cubicBezTo>
                  <a:cubicBezTo>
                    <a:pt x="80" y="101"/>
                    <a:pt x="80" y="101"/>
                    <a:pt x="80" y="101"/>
                  </a:cubicBezTo>
                  <a:cubicBezTo>
                    <a:pt x="84" y="85"/>
                    <a:pt x="84" y="85"/>
                    <a:pt x="84" y="85"/>
                  </a:cubicBezTo>
                  <a:cubicBezTo>
                    <a:pt x="90" y="65"/>
                    <a:pt x="80" y="44"/>
                    <a:pt x="61" y="36"/>
                  </a:cubicBezTo>
                  <a:lnTo>
                    <a:pt x="14" y="16"/>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1" name="Freeform 21"/>
            <p:cNvSpPr/>
            <p:nvPr userDrawn="1"/>
          </p:nvSpPr>
          <p:spPr bwMode="auto">
            <a:xfrm>
              <a:off x="2812" y="1359"/>
              <a:ext cx="103" cy="125"/>
            </a:xfrm>
            <a:custGeom>
              <a:avLst/>
              <a:gdLst>
                <a:gd name="T0" fmla="*/ 37 w 43"/>
                <a:gd name="T1" fmla="*/ 52 h 52"/>
                <a:gd name="T2" fmla="*/ 32 w 43"/>
                <a:gd name="T3" fmla="*/ 49 h 52"/>
                <a:gd name="T4" fmla="*/ 2 w 43"/>
                <a:gd name="T5" fmla="*/ 10 h 52"/>
                <a:gd name="T6" fmla="*/ 3 w 43"/>
                <a:gd name="T7" fmla="*/ 2 h 52"/>
                <a:gd name="T8" fmla="*/ 11 w 43"/>
                <a:gd name="T9" fmla="*/ 3 h 52"/>
                <a:gd name="T10" fmla="*/ 41 w 43"/>
                <a:gd name="T11" fmla="*/ 42 h 52"/>
                <a:gd name="T12" fmla="*/ 40 w 43"/>
                <a:gd name="T13" fmla="*/ 50 h 52"/>
                <a:gd name="T14" fmla="*/ 37 w 43"/>
                <a:gd name="T15" fmla="*/ 52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52">
                  <a:moveTo>
                    <a:pt x="37" y="52"/>
                  </a:moveTo>
                  <a:cubicBezTo>
                    <a:pt x="35" y="52"/>
                    <a:pt x="33" y="51"/>
                    <a:pt x="32" y="49"/>
                  </a:cubicBezTo>
                  <a:cubicBezTo>
                    <a:pt x="2" y="10"/>
                    <a:pt x="2" y="10"/>
                    <a:pt x="2" y="10"/>
                  </a:cubicBezTo>
                  <a:cubicBezTo>
                    <a:pt x="0" y="8"/>
                    <a:pt x="0" y="4"/>
                    <a:pt x="3" y="2"/>
                  </a:cubicBezTo>
                  <a:cubicBezTo>
                    <a:pt x="5" y="0"/>
                    <a:pt x="9" y="0"/>
                    <a:pt x="11" y="3"/>
                  </a:cubicBezTo>
                  <a:cubicBezTo>
                    <a:pt x="41" y="42"/>
                    <a:pt x="41" y="42"/>
                    <a:pt x="41" y="42"/>
                  </a:cubicBezTo>
                  <a:cubicBezTo>
                    <a:pt x="43" y="45"/>
                    <a:pt x="43" y="48"/>
                    <a:pt x="40" y="50"/>
                  </a:cubicBezTo>
                  <a:cubicBezTo>
                    <a:pt x="39" y="51"/>
                    <a:pt x="38" y="52"/>
                    <a:pt x="37" y="52"/>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2" name="Freeform 22"/>
            <p:cNvSpPr/>
            <p:nvPr userDrawn="1"/>
          </p:nvSpPr>
          <p:spPr bwMode="auto">
            <a:xfrm>
              <a:off x="2736" y="1450"/>
              <a:ext cx="381" cy="354"/>
            </a:xfrm>
            <a:custGeom>
              <a:avLst/>
              <a:gdLst>
                <a:gd name="T0" fmla="*/ 0 w 160"/>
                <a:gd name="T1" fmla="*/ 47 h 148"/>
                <a:gd name="T2" fmla="*/ 80 w 160"/>
                <a:gd name="T3" fmla="*/ 0 h 148"/>
                <a:gd name="T4" fmla="*/ 160 w 160"/>
                <a:gd name="T5" fmla="*/ 47 h 148"/>
                <a:gd name="T6" fmla="*/ 101 w 160"/>
                <a:gd name="T7" fmla="*/ 146 h 148"/>
                <a:gd name="T8" fmla="*/ 80 w 160"/>
                <a:gd name="T9" fmla="*/ 140 h 148"/>
                <a:gd name="T10" fmla="*/ 60 w 160"/>
                <a:gd name="T11" fmla="*/ 146 h 148"/>
                <a:gd name="T12" fmla="*/ 0 w 160"/>
                <a:gd name="T13" fmla="*/ 47 h 148"/>
              </a:gdLst>
              <a:ahLst/>
              <a:cxnLst>
                <a:cxn ang="0">
                  <a:pos x="T0" y="T1"/>
                </a:cxn>
                <a:cxn ang="0">
                  <a:pos x="T2" y="T3"/>
                </a:cxn>
                <a:cxn ang="0">
                  <a:pos x="T4" y="T5"/>
                </a:cxn>
                <a:cxn ang="0">
                  <a:pos x="T6" y="T7"/>
                </a:cxn>
                <a:cxn ang="0">
                  <a:pos x="T8" y="T9"/>
                </a:cxn>
                <a:cxn ang="0">
                  <a:pos x="T10" y="T11"/>
                </a:cxn>
                <a:cxn ang="0">
                  <a:pos x="T12" y="T13"/>
                </a:cxn>
              </a:cxnLst>
              <a:rect l="0" t="0" r="r" b="b"/>
              <a:pathLst>
                <a:path w="160" h="148">
                  <a:moveTo>
                    <a:pt x="0" y="47"/>
                  </a:moveTo>
                  <a:cubicBezTo>
                    <a:pt x="0" y="3"/>
                    <a:pt x="36" y="0"/>
                    <a:pt x="80" y="0"/>
                  </a:cubicBezTo>
                  <a:cubicBezTo>
                    <a:pt x="124" y="0"/>
                    <a:pt x="160" y="3"/>
                    <a:pt x="160" y="47"/>
                  </a:cubicBezTo>
                  <a:cubicBezTo>
                    <a:pt x="160" y="84"/>
                    <a:pt x="135" y="137"/>
                    <a:pt x="101" y="146"/>
                  </a:cubicBezTo>
                  <a:cubicBezTo>
                    <a:pt x="94" y="148"/>
                    <a:pt x="87" y="140"/>
                    <a:pt x="80" y="140"/>
                  </a:cubicBezTo>
                  <a:cubicBezTo>
                    <a:pt x="73" y="140"/>
                    <a:pt x="66" y="148"/>
                    <a:pt x="60" y="146"/>
                  </a:cubicBezTo>
                  <a:cubicBezTo>
                    <a:pt x="25" y="137"/>
                    <a:pt x="0" y="84"/>
                    <a:pt x="0" y="47"/>
                  </a:cubicBezTo>
                  <a:close/>
                </a:path>
              </a:pathLst>
            </a:custGeom>
            <a:solidFill>
              <a:srgbClr val="D268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3" name="Freeform 23"/>
            <p:cNvSpPr>
              <a:spLocks noEditPoints="1"/>
            </p:cNvSpPr>
            <p:nvPr userDrawn="1"/>
          </p:nvSpPr>
          <p:spPr bwMode="auto">
            <a:xfrm>
              <a:off x="2721" y="1436"/>
              <a:ext cx="411" cy="380"/>
            </a:xfrm>
            <a:custGeom>
              <a:avLst/>
              <a:gdLst>
                <a:gd name="T0" fmla="*/ 68 w 172"/>
                <a:gd name="T1" fmla="*/ 158 h 159"/>
                <a:gd name="T2" fmla="*/ 64 w 172"/>
                <a:gd name="T3" fmla="*/ 158 h 159"/>
                <a:gd name="T4" fmla="*/ 0 w 172"/>
                <a:gd name="T5" fmla="*/ 53 h 159"/>
                <a:gd name="T6" fmla="*/ 86 w 172"/>
                <a:gd name="T7" fmla="*/ 0 h 159"/>
                <a:gd name="T8" fmla="*/ 172 w 172"/>
                <a:gd name="T9" fmla="*/ 53 h 159"/>
                <a:gd name="T10" fmla="*/ 108 w 172"/>
                <a:gd name="T11" fmla="*/ 158 h 159"/>
                <a:gd name="T12" fmla="*/ 93 w 172"/>
                <a:gd name="T13" fmla="*/ 154 h 159"/>
                <a:gd name="T14" fmla="*/ 86 w 172"/>
                <a:gd name="T15" fmla="*/ 152 h 159"/>
                <a:gd name="T16" fmla="*/ 79 w 172"/>
                <a:gd name="T17" fmla="*/ 154 h 159"/>
                <a:gd name="T18" fmla="*/ 68 w 172"/>
                <a:gd name="T19" fmla="*/ 158 h 159"/>
                <a:gd name="T20" fmla="*/ 86 w 172"/>
                <a:gd name="T21" fmla="*/ 12 h 159"/>
                <a:gd name="T22" fmla="*/ 12 w 172"/>
                <a:gd name="T23" fmla="*/ 53 h 159"/>
                <a:gd name="T24" fmla="*/ 67 w 172"/>
                <a:gd name="T25" fmla="*/ 146 h 159"/>
                <a:gd name="T26" fmla="*/ 74 w 172"/>
                <a:gd name="T27" fmla="*/ 144 h 159"/>
                <a:gd name="T28" fmla="*/ 86 w 172"/>
                <a:gd name="T29" fmla="*/ 140 h 159"/>
                <a:gd name="T30" fmla="*/ 99 w 172"/>
                <a:gd name="T31" fmla="*/ 144 h 159"/>
                <a:gd name="T32" fmla="*/ 105 w 172"/>
                <a:gd name="T33" fmla="*/ 146 h 159"/>
                <a:gd name="T34" fmla="*/ 160 w 172"/>
                <a:gd name="T35" fmla="*/ 53 h 159"/>
                <a:gd name="T36" fmla="*/ 86 w 172"/>
                <a:gd name="T37" fmla="*/ 12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159">
                  <a:moveTo>
                    <a:pt x="68" y="158"/>
                  </a:moveTo>
                  <a:cubicBezTo>
                    <a:pt x="67" y="158"/>
                    <a:pt x="65" y="158"/>
                    <a:pt x="64" y="158"/>
                  </a:cubicBezTo>
                  <a:cubicBezTo>
                    <a:pt x="28" y="148"/>
                    <a:pt x="0" y="94"/>
                    <a:pt x="0" y="53"/>
                  </a:cubicBezTo>
                  <a:cubicBezTo>
                    <a:pt x="0" y="0"/>
                    <a:pt x="48" y="0"/>
                    <a:pt x="86" y="0"/>
                  </a:cubicBezTo>
                  <a:cubicBezTo>
                    <a:pt x="124" y="0"/>
                    <a:pt x="172" y="0"/>
                    <a:pt x="172" y="53"/>
                  </a:cubicBezTo>
                  <a:cubicBezTo>
                    <a:pt x="172" y="93"/>
                    <a:pt x="144" y="148"/>
                    <a:pt x="108" y="158"/>
                  </a:cubicBezTo>
                  <a:cubicBezTo>
                    <a:pt x="103" y="159"/>
                    <a:pt x="97" y="156"/>
                    <a:pt x="93" y="154"/>
                  </a:cubicBezTo>
                  <a:cubicBezTo>
                    <a:pt x="90" y="153"/>
                    <a:pt x="88" y="152"/>
                    <a:pt x="86" y="152"/>
                  </a:cubicBezTo>
                  <a:cubicBezTo>
                    <a:pt x="84" y="152"/>
                    <a:pt x="82" y="153"/>
                    <a:pt x="79" y="154"/>
                  </a:cubicBezTo>
                  <a:cubicBezTo>
                    <a:pt x="76" y="156"/>
                    <a:pt x="72" y="158"/>
                    <a:pt x="68" y="158"/>
                  </a:cubicBezTo>
                  <a:close/>
                  <a:moveTo>
                    <a:pt x="86" y="12"/>
                  </a:moveTo>
                  <a:cubicBezTo>
                    <a:pt x="41" y="12"/>
                    <a:pt x="12" y="15"/>
                    <a:pt x="12" y="53"/>
                  </a:cubicBezTo>
                  <a:cubicBezTo>
                    <a:pt x="12" y="89"/>
                    <a:pt x="37" y="138"/>
                    <a:pt x="67" y="146"/>
                  </a:cubicBezTo>
                  <a:cubicBezTo>
                    <a:pt x="69" y="147"/>
                    <a:pt x="71" y="145"/>
                    <a:pt x="74" y="144"/>
                  </a:cubicBezTo>
                  <a:cubicBezTo>
                    <a:pt x="77" y="142"/>
                    <a:pt x="81" y="140"/>
                    <a:pt x="86" y="140"/>
                  </a:cubicBezTo>
                  <a:cubicBezTo>
                    <a:pt x="91" y="140"/>
                    <a:pt x="95" y="142"/>
                    <a:pt x="99" y="144"/>
                  </a:cubicBezTo>
                  <a:cubicBezTo>
                    <a:pt x="101" y="145"/>
                    <a:pt x="104" y="146"/>
                    <a:pt x="105" y="146"/>
                  </a:cubicBezTo>
                  <a:cubicBezTo>
                    <a:pt x="136" y="138"/>
                    <a:pt x="160" y="88"/>
                    <a:pt x="160" y="53"/>
                  </a:cubicBezTo>
                  <a:cubicBezTo>
                    <a:pt x="160" y="15"/>
                    <a:pt x="131" y="12"/>
                    <a:pt x="86" y="12"/>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4" name="Freeform 24"/>
            <p:cNvSpPr/>
            <p:nvPr userDrawn="1"/>
          </p:nvSpPr>
          <p:spPr bwMode="auto">
            <a:xfrm>
              <a:off x="2917" y="1311"/>
              <a:ext cx="55" cy="139"/>
            </a:xfrm>
            <a:custGeom>
              <a:avLst/>
              <a:gdLst>
                <a:gd name="T0" fmla="*/ 4 w 23"/>
                <a:gd name="T1" fmla="*/ 58 h 58"/>
                <a:gd name="T2" fmla="*/ 23 w 23"/>
                <a:gd name="T3" fmla="*/ 0 h 58"/>
              </a:gdLst>
              <a:ahLst/>
              <a:cxnLst>
                <a:cxn ang="0">
                  <a:pos x="T0" y="T1"/>
                </a:cxn>
                <a:cxn ang="0">
                  <a:pos x="T2" y="T3"/>
                </a:cxn>
              </a:cxnLst>
              <a:rect l="0" t="0" r="r" b="b"/>
              <a:pathLst>
                <a:path w="23" h="58">
                  <a:moveTo>
                    <a:pt x="4" y="58"/>
                  </a:moveTo>
                  <a:cubicBezTo>
                    <a:pt x="4" y="58"/>
                    <a:pt x="0" y="22"/>
                    <a:pt x="23" y="0"/>
                  </a:cubicBezTo>
                </a:path>
              </a:pathLst>
            </a:custGeom>
            <a:solidFill>
              <a:srgbClr val="D268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5" name="Freeform 25"/>
            <p:cNvSpPr/>
            <p:nvPr userDrawn="1"/>
          </p:nvSpPr>
          <p:spPr bwMode="auto">
            <a:xfrm>
              <a:off x="2910" y="1276"/>
              <a:ext cx="98" cy="189"/>
            </a:xfrm>
            <a:custGeom>
              <a:avLst/>
              <a:gdLst>
                <a:gd name="T0" fmla="*/ 1 w 41"/>
                <a:gd name="T1" fmla="*/ 74 h 79"/>
                <a:gd name="T2" fmla="*/ 1 w 41"/>
                <a:gd name="T3" fmla="*/ 73 h 79"/>
                <a:gd name="T4" fmla="*/ 1 w 41"/>
                <a:gd name="T5" fmla="*/ 71 h 79"/>
                <a:gd name="T6" fmla="*/ 0 w 41"/>
                <a:gd name="T7" fmla="*/ 63 h 79"/>
                <a:gd name="T8" fmla="*/ 0 w 41"/>
                <a:gd name="T9" fmla="*/ 52 h 79"/>
                <a:gd name="T10" fmla="*/ 1 w 41"/>
                <a:gd name="T11" fmla="*/ 46 h 79"/>
                <a:gd name="T12" fmla="*/ 2 w 41"/>
                <a:gd name="T13" fmla="*/ 39 h 79"/>
                <a:gd name="T14" fmla="*/ 4 w 41"/>
                <a:gd name="T15" fmla="*/ 33 h 79"/>
                <a:gd name="T16" fmla="*/ 6 w 41"/>
                <a:gd name="T17" fmla="*/ 27 h 79"/>
                <a:gd name="T18" fmla="*/ 8 w 41"/>
                <a:gd name="T19" fmla="*/ 21 h 79"/>
                <a:gd name="T20" fmla="*/ 11 w 41"/>
                <a:gd name="T21" fmla="*/ 16 h 79"/>
                <a:gd name="T22" fmla="*/ 13 w 41"/>
                <a:gd name="T23" fmla="*/ 12 h 79"/>
                <a:gd name="T24" fmla="*/ 16 w 41"/>
                <a:gd name="T25" fmla="*/ 9 h 79"/>
                <a:gd name="T26" fmla="*/ 18 w 41"/>
                <a:gd name="T27" fmla="*/ 6 h 79"/>
                <a:gd name="T28" fmla="*/ 34 w 41"/>
                <a:gd name="T29" fmla="*/ 4 h 79"/>
                <a:gd name="T30" fmla="*/ 36 w 41"/>
                <a:gd name="T31" fmla="*/ 21 h 79"/>
                <a:gd name="T32" fmla="*/ 35 w 41"/>
                <a:gd name="T33" fmla="*/ 22 h 79"/>
                <a:gd name="T34" fmla="*/ 34 w 41"/>
                <a:gd name="T35" fmla="*/ 23 h 79"/>
                <a:gd name="T36" fmla="*/ 33 w 41"/>
                <a:gd name="T37" fmla="*/ 25 h 79"/>
                <a:gd name="T38" fmla="*/ 31 w 41"/>
                <a:gd name="T39" fmla="*/ 26 h 79"/>
                <a:gd name="T40" fmla="*/ 29 w 41"/>
                <a:gd name="T41" fmla="*/ 29 h 79"/>
                <a:gd name="T42" fmla="*/ 26 w 41"/>
                <a:gd name="T43" fmla="*/ 32 h 79"/>
                <a:gd name="T44" fmla="*/ 24 w 41"/>
                <a:gd name="T45" fmla="*/ 35 h 79"/>
                <a:gd name="T46" fmla="*/ 21 w 41"/>
                <a:gd name="T47" fmla="*/ 40 h 79"/>
                <a:gd name="T48" fmla="*/ 19 w 41"/>
                <a:gd name="T49" fmla="*/ 44 h 79"/>
                <a:gd name="T50" fmla="*/ 17 w 41"/>
                <a:gd name="T51" fmla="*/ 49 h 79"/>
                <a:gd name="T52" fmla="*/ 16 w 41"/>
                <a:gd name="T53" fmla="*/ 54 h 79"/>
                <a:gd name="T54" fmla="*/ 14 w 41"/>
                <a:gd name="T55" fmla="*/ 63 h 79"/>
                <a:gd name="T56" fmla="*/ 13 w 41"/>
                <a:gd name="T57" fmla="*/ 70 h 79"/>
                <a:gd name="T58" fmla="*/ 13 w 41"/>
                <a:gd name="T59" fmla="*/ 72 h 79"/>
                <a:gd name="T60" fmla="*/ 13 w 41"/>
                <a:gd name="T61" fmla="*/ 72 h 79"/>
                <a:gd name="T62" fmla="*/ 13 w 41"/>
                <a:gd name="T63" fmla="*/ 73 h 79"/>
                <a:gd name="T64" fmla="*/ 7 w 41"/>
                <a:gd name="T65" fmla="*/ 79 h 79"/>
                <a:gd name="T66" fmla="*/ 1 w 41"/>
                <a:gd name="T67" fmla="*/ 7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 h="79">
                  <a:moveTo>
                    <a:pt x="1" y="74"/>
                  </a:moveTo>
                  <a:cubicBezTo>
                    <a:pt x="1" y="74"/>
                    <a:pt x="1" y="73"/>
                    <a:pt x="1" y="73"/>
                  </a:cubicBezTo>
                  <a:cubicBezTo>
                    <a:pt x="1" y="72"/>
                    <a:pt x="1" y="71"/>
                    <a:pt x="1" y="71"/>
                  </a:cubicBezTo>
                  <a:cubicBezTo>
                    <a:pt x="0" y="69"/>
                    <a:pt x="0" y="66"/>
                    <a:pt x="0" y="63"/>
                  </a:cubicBezTo>
                  <a:cubicBezTo>
                    <a:pt x="0" y="60"/>
                    <a:pt x="0" y="56"/>
                    <a:pt x="0" y="52"/>
                  </a:cubicBezTo>
                  <a:cubicBezTo>
                    <a:pt x="0" y="50"/>
                    <a:pt x="1" y="48"/>
                    <a:pt x="1" y="46"/>
                  </a:cubicBezTo>
                  <a:cubicBezTo>
                    <a:pt x="1" y="44"/>
                    <a:pt x="1" y="41"/>
                    <a:pt x="2" y="39"/>
                  </a:cubicBezTo>
                  <a:cubicBezTo>
                    <a:pt x="2" y="37"/>
                    <a:pt x="3" y="35"/>
                    <a:pt x="4" y="33"/>
                  </a:cubicBezTo>
                  <a:cubicBezTo>
                    <a:pt x="4" y="31"/>
                    <a:pt x="5" y="29"/>
                    <a:pt x="6" y="27"/>
                  </a:cubicBezTo>
                  <a:cubicBezTo>
                    <a:pt x="6" y="25"/>
                    <a:pt x="7" y="23"/>
                    <a:pt x="8" y="21"/>
                  </a:cubicBezTo>
                  <a:cubicBezTo>
                    <a:pt x="9" y="19"/>
                    <a:pt x="10" y="18"/>
                    <a:pt x="11" y="16"/>
                  </a:cubicBezTo>
                  <a:cubicBezTo>
                    <a:pt x="12" y="15"/>
                    <a:pt x="13" y="13"/>
                    <a:pt x="13" y="12"/>
                  </a:cubicBezTo>
                  <a:cubicBezTo>
                    <a:pt x="14" y="11"/>
                    <a:pt x="15" y="10"/>
                    <a:pt x="16" y="9"/>
                  </a:cubicBezTo>
                  <a:cubicBezTo>
                    <a:pt x="17" y="7"/>
                    <a:pt x="18" y="6"/>
                    <a:pt x="18" y="6"/>
                  </a:cubicBezTo>
                  <a:cubicBezTo>
                    <a:pt x="22" y="1"/>
                    <a:pt x="29" y="0"/>
                    <a:pt x="34" y="4"/>
                  </a:cubicBezTo>
                  <a:cubicBezTo>
                    <a:pt x="40" y="8"/>
                    <a:pt x="41" y="16"/>
                    <a:pt x="36" y="21"/>
                  </a:cubicBezTo>
                  <a:cubicBezTo>
                    <a:pt x="36" y="22"/>
                    <a:pt x="36" y="22"/>
                    <a:pt x="35" y="22"/>
                  </a:cubicBezTo>
                  <a:cubicBezTo>
                    <a:pt x="34" y="23"/>
                    <a:pt x="34" y="23"/>
                    <a:pt x="34" y="23"/>
                  </a:cubicBezTo>
                  <a:cubicBezTo>
                    <a:pt x="34" y="23"/>
                    <a:pt x="34" y="24"/>
                    <a:pt x="33" y="25"/>
                  </a:cubicBezTo>
                  <a:cubicBezTo>
                    <a:pt x="32" y="25"/>
                    <a:pt x="32" y="26"/>
                    <a:pt x="31" y="26"/>
                  </a:cubicBezTo>
                  <a:cubicBezTo>
                    <a:pt x="30" y="27"/>
                    <a:pt x="30" y="28"/>
                    <a:pt x="29" y="29"/>
                  </a:cubicBezTo>
                  <a:cubicBezTo>
                    <a:pt x="28" y="29"/>
                    <a:pt x="27" y="31"/>
                    <a:pt x="26" y="32"/>
                  </a:cubicBezTo>
                  <a:cubicBezTo>
                    <a:pt x="25" y="33"/>
                    <a:pt x="24" y="34"/>
                    <a:pt x="24" y="35"/>
                  </a:cubicBezTo>
                  <a:cubicBezTo>
                    <a:pt x="23" y="37"/>
                    <a:pt x="22" y="38"/>
                    <a:pt x="21" y="40"/>
                  </a:cubicBezTo>
                  <a:cubicBezTo>
                    <a:pt x="20" y="41"/>
                    <a:pt x="20" y="43"/>
                    <a:pt x="19" y="44"/>
                  </a:cubicBezTo>
                  <a:cubicBezTo>
                    <a:pt x="18" y="46"/>
                    <a:pt x="18" y="48"/>
                    <a:pt x="17" y="49"/>
                  </a:cubicBezTo>
                  <a:cubicBezTo>
                    <a:pt x="17" y="51"/>
                    <a:pt x="16" y="53"/>
                    <a:pt x="16" y="54"/>
                  </a:cubicBezTo>
                  <a:cubicBezTo>
                    <a:pt x="15" y="58"/>
                    <a:pt x="14" y="61"/>
                    <a:pt x="14" y="63"/>
                  </a:cubicBezTo>
                  <a:cubicBezTo>
                    <a:pt x="13" y="66"/>
                    <a:pt x="13" y="68"/>
                    <a:pt x="13" y="70"/>
                  </a:cubicBezTo>
                  <a:cubicBezTo>
                    <a:pt x="13" y="71"/>
                    <a:pt x="13" y="71"/>
                    <a:pt x="13" y="72"/>
                  </a:cubicBezTo>
                  <a:cubicBezTo>
                    <a:pt x="13" y="72"/>
                    <a:pt x="13" y="72"/>
                    <a:pt x="13" y="72"/>
                  </a:cubicBezTo>
                  <a:cubicBezTo>
                    <a:pt x="13" y="73"/>
                    <a:pt x="13" y="73"/>
                    <a:pt x="13" y="73"/>
                  </a:cubicBezTo>
                  <a:cubicBezTo>
                    <a:pt x="13" y="76"/>
                    <a:pt x="10" y="79"/>
                    <a:pt x="7" y="79"/>
                  </a:cubicBezTo>
                  <a:cubicBezTo>
                    <a:pt x="4" y="79"/>
                    <a:pt x="1" y="76"/>
                    <a:pt x="1" y="74"/>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grpSp>
        <p:nvGrpSpPr>
          <p:cNvPr id="4" name="Group 37"/>
          <p:cNvGrpSpPr>
            <a:grpSpLocks noChangeAspect="1"/>
          </p:cNvGrpSpPr>
          <p:nvPr userDrawn="1"/>
        </p:nvGrpSpPr>
        <p:grpSpPr bwMode="auto">
          <a:xfrm>
            <a:off x="7481394" y="4459570"/>
            <a:ext cx="1460996" cy="674407"/>
            <a:chOff x="4513" y="2717"/>
            <a:chExt cx="1120" cy="517"/>
          </a:xfrm>
        </p:grpSpPr>
        <p:sp>
          <p:nvSpPr>
            <p:cNvPr id="5" name="Freeform 38"/>
            <p:cNvSpPr/>
            <p:nvPr/>
          </p:nvSpPr>
          <p:spPr bwMode="auto">
            <a:xfrm>
              <a:off x="5216" y="2717"/>
              <a:ext cx="95" cy="451"/>
            </a:xfrm>
            <a:custGeom>
              <a:avLst/>
              <a:gdLst>
                <a:gd name="T0" fmla="*/ 39 w 78"/>
                <a:gd name="T1" fmla="*/ 0 h 369"/>
                <a:gd name="T2" fmla="*/ 9 w 78"/>
                <a:gd name="T3" fmla="*/ 305 h 369"/>
                <a:gd name="T4" fmla="*/ 39 w 78"/>
                <a:gd name="T5" fmla="*/ 369 h 369"/>
                <a:gd name="T6" fmla="*/ 69 w 78"/>
                <a:gd name="T7" fmla="*/ 305 h 369"/>
                <a:gd name="T8" fmla="*/ 39 w 78"/>
                <a:gd name="T9" fmla="*/ 0 h 369"/>
              </a:gdLst>
              <a:ahLst/>
              <a:cxnLst>
                <a:cxn ang="0">
                  <a:pos x="T0" y="T1"/>
                </a:cxn>
                <a:cxn ang="0">
                  <a:pos x="T2" y="T3"/>
                </a:cxn>
                <a:cxn ang="0">
                  <a:pos x="T4" y="T5"/>
                </a:cxn>
                <a:cxn ang="0">
                  <a:pos x="T6" y="T7"/>
                </a:cxn>
                <a:cxn ang="0">
                  <a:pos x="T8" y="T9"/>
                </a:cxn>
              </a:cxnLst>
              <a:rect l="0" t="0" r="r" b="b"/>
              <a:pathLst>
                <a:path w="78" h="369">
                  <a:moveTo>
                    <a:pt x="39" y="0"/>
                  </a:moveTo>
                  <a:cubicBezTo>
                    <a:pt x="10" y="77"/>
                    <a:pt x="0" y="272"/>
                    <a:pt x="9" y="305"/>
                  </a:cubicBezTo>
                  <a:cubicBezTo>
                    <a:pt x="19" y="338"/>
                    <a:pt x="39" y="369"/>
                    <a:pt x="39" y="369"/>
                  </a:cubicBezTo>
                  <a:cubicBezTo>
                    <a:pt x="39" y="369"/>
                    <a:pt x="59" y="338"/>
                    <a:pt x="69" y="305"/>
                  </a:cubicBezTo>
                  <a:cubicBezTo>
                    <a:pt x="78" y="272"/>
                    <a:pt x="68" y="77"/>
                    <a:pt x="39" y="0"/>
                  </a:cubicBezTo>
                  <a:close/>
                </a:path>
              </a:pathLst>
            </a:custGeom>
            <a:solidFill>
              <a:srgbClr val="B4AB8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6" name="Line 39"/>
            <p:cNvSpPr>
              <a:spLocks noChangeShapeType="1"/>
            </p:cNvSpPr>
            <p:nvPr/>
          </p:nvSpPr>
          <p:spPr bwMode="auto">
            <a:xfrm>
              <a:off x="5225" y="3071"/>
              <a:ext cx="78" cy="0"/>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7" name="Line 40"/>
            <p:cNvSpPr>
              <a:spLocks noChangeShapeType="1"/>
            </p:cNvSpPr>
            <p:nvPr/>
          </p:nvSpPr>
          <p:spPr bwMode="auto">
            <a:xfrm>
              <a:off x="5223" y="3035"/>
              <a:ext cx="81" cy="0"/>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 name="Freeform 41"/>
            <p:cNvSpPr/>
            <p:nvPr/>
          </p:nvSpPr>
          <p:spPr bwMode="auto">
            <a:xfrm>
              <a:off x="5165" y="3115"/>
              <a:ext cx="197" cy="119"/>
            </a:xfrm>
            <a:custGeom>
              <a:avLst/>
              <a:gdLst>
                <a:gd name="T0" fmla="*/ 109 w 162"/>
                <a:gd name="T1" fmla="*/ 0 h 97"/>
                <a:gd name="T2" fmla="*/ 81 w 162"/>
                <a:gd name="T3" fmla="*/ 27 h 97"/>
                <a:gd name="T4" fmla="*/ 53 w 162"/>
                <a:gd name="T5" fmla="*/ 0 h 97"/>
                <a:gd name="T6" fmla="*/ 0 w 162"/>
                <a:gd name="T7" fmla="*/ 53 h 97"/>
                <a:gd name="T8" fmla="*/ 0 w 162"/>
                <a:gd name="T9" fmla="*/ 97 h 97"/>
                <a:gd name="T10" fmla="*/ 162 w 162"/>
                <a:gd name="T11" fmla="*/ 97 h 97"/>
                <a:gd name="T12" fmla="*/ 162 w 162"/>
                <a:gd name="T13" fmla="*/ 53 h 97"/>
                <a:gd name="T14" fmla="*/ 109 w 162"/>
                <a:gd name="T15" fmla="*/ 0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 h="97">
                  <a:moveTo>
                    <a:pt x="109" y="0"/>
                  </a:moveTo>
                  <a:cubicBezTo>
                    <a:pt x="109" y="15"/>
                    <a:pt x="96" y="27"/>
                    <a:pt x="81" y="27"/>
                  </a:cubicBezTo>
                  <a:cubicBezTo>
                    <a:pt x="66" y="27"/>
                    <a:pt x="53" y="15"/>
                    <a:pt x="53" y="0"/>
                  </a:cubicBezTo>
                  <a:cubicBezTo>
                    <a:pt x="24" y="0"/>
                    <a:pt x="0" y="24"/>
                    <a:pt x="0" y="53"/>
                  </a:cubicBezTo>
                  <a:cubicBezTo>
                    <a:pt x="0" y="97"/>
                    <a:pt x="0" y="97"/>
                    <a:pt x="0" y="97"/>
                  </a:cubicBezTo>
                  <a:cubicBezTo>
                    <a:pt x="162" y="97"/>
                    <a:pt x="162" y="97"/>
                    <a:pt x="162" y="97"/>
                  </a:cubicBezTo>
                  <a:cubicBezTo>
                    <a:pt x="162" y="53"/>
                    <a:pt x="162" y="53"/>
                    <a:pt x="162" y="53"/>
                  </a:cubicBezTo>
                  <a:cubicBezTo>
                    <a:pt x="162" y="24"/>
                    <a:pt x="138" y="0"/>
                    <a:pt x="109" y="0"/>
                  </a:cubicBezTo>
                  <a:close/>
                </a:path>
              </a:pathLst>
            </a:custGeom>
            <a:solidFill>
              <a:srgbClr val="F5EEE3"/>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9" name="Freeform 42"/>
            <p:cNvSpPr/>
            <p:nvPr/>
          </p:nvSpPr>
          <p:spPr bwMode="auto">
            <a:xfrm>
              <a:off x="5411" y="3020"/>
              <a:ext cx="222" cy="214"/>
            </a:xfrm>
            <a:custGeom>
              <a:avLst/>
              <a:gdLst>
                <a:gd name="T0" fmla="*/ 161 w 182"/>
                <a:gd name="T1" fmla="*/ 42 h 175"/>
                <a:gd name="T2" fmla="*/ 124 w 182"/>
                <a:gd name="T3" fmla="*/ 42 h 175"/>
                <a:gd name="T4" fmla="*/ 124 w 182"/>
                <a:gd name="T5" fmla="*/ 0 h 175"/>
                <a:gd name="T6" fmla="*/ 57 w 182"/>
                <a:gd name="T7" fmla="*/ 0 h 175"/>
                <a:gd name="T8" fmla="*/ 57 w 182"/>
                <a:gd name="T9" fmla="*/ 42 h 175"/>
                <a:gd name="T10" fmla="*/ 21 w 182"/>
                <a:gd name="T11" fmla="*/ 42 h 175"/>
                <a:gd name="T12" fmla="*/ 0 w 182"/>
                <a:gd name="T13" fmla="*/ 63 h 175"/>
                <a:gd name="T14" fmla="*/ 0 w 182"/>
                <a:gd name="T15" fmla="*/ 154 h 175"/>
                <a:gd name="T16" fmla="*/ 21 w 182"/>
                <a:gd name="T17" fmla="*/ 175 h 175"/>
                <a:gd name="T18" fmla="*/ 161 w 182"/>
                <a:gd name="T19" fmla="*/ 175 h 175"/>
                <a:gd name="T20" fmla="*/ 182 w 182"/>
                <a:gd name="T21" fmla="*/ 154 h 175"/>
                <a:gd name="T22" fmla="*/ 182 w 182"/>
                <a:gd name="T23" fmla="*/ 63 h 175"/>
                <a:gd name="T24" fmla="*/ 161 w 182"/>
                <a:gd name="T25" fmla="*/ 4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75">
                  <a:moveTo>
                    <a:pt x="161" y="42"/>
                  </a:moveTo>
                  <a:cubicBezTo>
                    <a:pt x="124" y="42"/>
                    <a:pt x="124" y="42"/>
                    <a:pt x="124" y="42"/>
                  </a:cubicBezTo>
                  <a:cubicBezTo>
                    <a:pt x="124" y="0"/>
                    <a:pt x="124" y="0"/>
                    <a:pt x="124" y="0"/>
                  </a:cubicBezTo>
                  <a:cubicBezTo>
                    <a:pt x="57" y="0"/>
                    <a:pt x="57" y="0"/>
                    <a:pt x="57" y="0"/>
                  </a:cubicBezTo>
                  <a:cubicBezTo>
                    <a:pt x="57" y="42"/>
                    <a:pt x="57" y="42"/>
                    <a:pt x="57" y="42"/>
                  </a:cubicBezTo>
                  <a:cubicBezTo>
                    <a:pt x="21" y="42"/>
                    <a:pt x="21" y="42"/>
                    <a:pt x="21" y="42"/>
                  </a:cubicBezTo>
                  <a:cubicBezTo>
                    <a:pt x="9" y="42"/>
                    <a:pt x="0" y="52"/>
                    <a:pt x="0" y="63"/>
                  </a:cubicBezTo>
                  <a:cubicBezTo>
                    <a:pt x="0" y="154"/>
                    <a:pt x="0" y="154"/>
                    <a:pt x="0" y="154"/>
                  </a:cubicBezTo>
                  <a:cubicBezTo>
                    <a:pt x="0" y="166"/>
                    <a:pt x="9" y="175"/>
                    <a:pt x="21" y="175"/>
                  </a:cubicBezTo>
                  <a:cubicBezTo>
                    <a:pt x="161" y="175"/>
                    <a:pt x="161" y="175"/>
                    <a:pt x="161" y="175"/>
                  </a:cubicBezTo>
                  <a:cubicBezTo>
                    <a:pt x="173" y="175"/>
                    <a:pt x="182" y="166"/>
                    <a:pt x="182" y="154"/>
                  </a:cubicBezTo>
                  <a:cubicBezTo>
                    <a:pt x="182" y="63"/>
                    <a:pt x="182" y="63"/>
                    <a:pt x="182" y="63"/>
                  </a:cubicBezTo>
                  <a:cubicBezTo>
                    <a:pt x="182" y="52"/>
                    <a:pt x="173" y="42"/>
                    <a:pt x="161" y="42"/>
                  </a:cubicBezTo>
                  <a:close/>
                </a:path>
              </a:pathLst>
            </a:custGeom>
            <a:solidFill>
              <a:srgbClr val="B4AB8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0" name="Rectangle 43"/>
            <p:cNvSpPr>
              <a:spLocks noChangeArrowheads="1"/>
            </p:cNvSpPr>
            <p:nvPr/>
          </p:nvSpPr>
          <p:spPr bwMode="auto">
            <a:xfrm>
              <a:off x="5411" y="3121"/>
              <a:ext cx="222" cy="53"/>
            </a:xfrm>
            <a:prstGeom prst="rect">
              <a:avLst/>
            </a:prstGeom>
            <a:solidFill>
              <a:srgbClr val="F5EEE3"/>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1" name="Rectangle 44"/>
            <p:cNvSpPr>
              <a:spLocks noChangeArrowheads="1"/>
            </p:cNvSpPr>
            <p:nvPr/>
          </p:nvSpPr>
          <p:spPr bwMode="auto">
            <a:xfrm>
              <a:off x="5452" y="2969"/>
              <a:ext cx="139" cy="51"/>
            </a:xfrm>
            <a:prstGeom prst="rect">
              <a:avLst/>
            </a:prstGeom>
            <a:solidFill>
              <a:srgbClr val="87747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2" name="Line 45"/>
            <p:cNvSpPr>
              <a:spLocks noChangeShapeType="1"/>
            </p:cNvSpPr>
            <p:nvPr/>
          </p:nvSpPr>
          <p:spPr bwMode="auto">
            <a:xfrm>
              <a:off x="5452" y="3108"/>
              <a:ext cx="0" cy="86"/>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3" name="Rectangle 46"/>
            <p:cNvSpPr>
              <a:spLocks noChangeArrowheads="1"/>
            </p:cNvSpPr>
            <p:nvPr/>
          </p:nvSpPr>
          <p:spPr bwMode="auto">
            <a:xfrm>
              <a:off x="4513" y="2943"/>
              <a:ext cx="485" cy="291"/>
            </a:xfrm>
            <a:prstGeom prst="rect">
              <a:avLst/>
            </a:prstGeom>
            <a:solidFill>
              <a:srgbClr val="FAFAFA"/>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4" name="Line 47"/>
            <p:cNvSpPr>
              <a:spLocks noChangeShapeType="1"/>
            </p:cNvSpPr>
            <p:nvPr/>
          </p:nvSpPr>
          <p:spPr bwMode="auto">
            <a:xfrm>
              <a:off x="4563"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5" name="Line 48"/>
            <p:cNvSpPr>
              <a:spLocks noChangeShapeType="1"/>
            </p:cNvSpPr>
            <p:nvPr/>
          </p:nvSpPr>
          <p:spPr bwMode="auto">
            <a:xfrm>
              <a:off x="4611"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6" name="Line 49"/>
            <p:cNvSpPr>
              <a:spLocks noChangeShapeType="1"/>
            </p:cNvSpPr>
            <p:nvPr/>
          </p:nvSpPr>
          <p:spPr bwMode="auto">
            <a:xfrm>
              <a:off x="4659"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7" name="Line 50"/>
            <p:cNvSpPr>
              <a:spLocks noChangeShapeType="1"/>
            </p:cNvSpPr>
            <p:nvPr/>
          </p:nvSpPr>
          <p:spPr bwMode="auto">
            <a:xfrm>
              <a:off x="4707"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8" name="Line 51"/>
            <p:cNvSpPr>
              <a:spLocks noChangeShapeType="1"/>
            </p:cNvSpPr>
            <p:nvPr/>
          </p:nvSpPr>
          <p:spPr bwMode="auto">
            <a:xfrm>
              <a:off x="4756"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9" name="Line 52"/>
            <p:cNvSpPr>
              <a:spLocks noChangeShapeType="1"/>
            </p:cNvSpPr>
            <p:nvPr/>
          </p:nvSpPr>
          <p:spPr bwMode="auto">
            <a:xfrm>
              <a:off x="4804"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0" name="Line 53"/>
            <p:cNvSpPr>
              <a:spLocks noChangeShapeType="1"/>
            </p:cNvSpPr>
            <p:nvPr/>
          </p:nvSpPr>
          <p:spPr bwMode="auto">
            <a:xfrm>
              <a:off x="4852"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1" name="Line 54"/>
            <p:cNvSpPr>
              <a:spLocks noChangeShapeType="1"/>
            </p:cNvSpPr>
            <p:nvPr/>
          </p:nvSpPr>
          <p:spPr bwMode="auto">
            <a:xfrm>
              <a:off x="4901"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2" name="Line 55"/>
            <p:cNvSpPr>
              <a:spLocks noChangeShapeType="1"/>
            </p:cNvSpPr>
            <p:nvPr/>
          </p:nvSpPr>
          <p:spPr bwMode="auto">
            <a:xfrm>
              <a:off x="4948"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5" name="Freeform 58"/>
            <p:cNvSpPr/>
            <p:nvPr/>
          </p:nvSpPr>
          <p:spPr bwMode="auto">
            <a:xfrm>
              <a:off x="4998" y="2976"/>
              <a:ext cx="69" cy="258"/>
            </a:xfrm>
            <a:custGeom>
              <a:avLst/>
              <a:gdLst>
                <a:gd name="T0" fmla="*/ 0 w 69"/>
                <a:gd name="T1" fmla="*/ 0 h 258"/>
                <a:gd name="T2" fmla="*/ 69 w 69"/>
                <a:gd name="T3" fmla="*/ 258 h 258"/>
                <a:gd name="T4" fmla="*/ 0 w 69"/>
                <a:gd name="T5" fmla="*/ 258 h 258"/>
                <a:gd name="T6" fmla="*/ 0 w 69"/>
                <a:gd name="T7" fmla="*/ 0 h 258"/>
              </a:gdLst>
              <a:ahLst/>
              <a:cxnLst>
                <a:cxn ang="0">
                  <a:pos x="T0" y="T1"/>
                </a:cxn>
                <a:cxn ang="0">
                  <a:pos x="T2" y="T3"/>
                </a:cxn>
                <a:cxn ang="0">
                  <a:pos x="T4" y="T5"/>
                </a:cxn>
                <a:cxn ang="0">
                  <a:pos x="T6" y="T7"/>
                </a:cxn>
              </a:cxnLst>
              <a:rect l="0" t="0" r="r" b="b"/>
              <a:pathLst>
                <a:path w="69" h="258">
                  <a:moveTo>
                    <a:pt x="0" y="0"/>
                  </a:moveTo>
                  <a:lnTo>
                    <a:pt x="69" y="258"/>
                  </a:lnTo>
                  <a:lnTo>
                    <a:pt x="0" y="258"/>
                  </a:lnTo>
                  <a:lnTo>
                    <a:pt x="0" y="0"/>
                  </a:lnTo>
                  <a:close/>
                </a:path>
              </a:pathLst>
            </a:custGeom>
            <a:solidFill>
              <a:srgbClr val="D26859"/>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grpSp>
      <p:sp>
        <p:nvSpPr>
          <p:cNvPr id="28" name="Line 17"/>
          <p:cNvSpPr>
            <a:spLocks noChangeShapeType="1"/>
          </p:cNvSpPr>
          <p:nvPr userDrawn="1"/>
        </p:nvSpPr>
        <p:spPr bwMode="auto">
          <a:xfrm flipH="1">
            <a:off x="0" y="5143500"/>
            <a:ext cx="9144025" cy="0"/>
          </a:xfrm>
          <a:prstGeom prst="line">
            <a:avLst/>
          </a:prstGeom>
          <a:noFill/>
          <a:ln w="28575"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grpSp>
        <p:nvGrpSpPr>
          <p:cNvPr id="43" name="Group 14"/>
          <p:cNvGrpSpPr>
            <a:grpSpLocks noChangeAspect="1"/>
          </p:cNvGrpSpPr>
          <p:nvPr userDrawn="1"/>
        </p:nvGrpSpPr>
        <p:grpSpPr bwMode="auto">
          <a:xfrm>
            <a:off x="157819" y="4714612"/>
            <a:ext cx="567986" cy="428887"/>
            <a:chOff x="2340" y="1213"/>
            <a:chExt cx="1078" cy="814"/>
          </a:xfrm>
        </p:grpSpPr>
        <p:sp>
          <p:nvSpPr>
            <p:cNvPr id="45" name="Rectangle 15"/>
            <p:cNvSpPr>
              <a:spLocks noChangeArrowheads="1"/>
            </p:cNvSpPr>
            <p:nvPr userDrawn="1"/>
          </p:nvSpPr>
          <p:spPr bwMode="auto">
            <a:xfrm>
              <a:off x="2354" y="1809"/>
              <a:ext cx="1049" cy="203"/>
            </a:xfrm>
            <a:prstGeom prst="rect">
              <a:avLst/>
            </a:prstGeom>
            <a:solidFill>
              <a:srgbClr val="B4AB8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6" name="Freeform 16"/>
            <p:cNvSpPr>
              <a:spLocks noEditPoints="1"/>
            </p:cNvSpPr>
            <p:nvPr userDrawn="1"/>
          </p:nvSpPr>
          <p:spPr bwMode="auto">
            <a:xfrm>
              <a:off x="2340" y="1795"/>
              <a:ext cx="1078" cy="232"/>
            </a:xfrm>
            <a:custGeom>
              <a:avLst/>
              <a:gdLst>
                <a:gd name="T0" fmla="*/ 446 w 452"/>
                <a:gd name="T1" fmla="*/ 97 h 97"/>
                <a:gd name="T2" fmla="*/ 6 w 452"/>
                <a:gd name="T3" fmla="*/ 97 h 97"/>
                <a:gd name="T4" fmla="*/ 0 w 452"/>
                <a:gd name="T5" fmla="*/ 91 h 97"/>
                <a:gd name="T6" fmla="*/ 0 w 452"/>
                <a:gd name="T7" fmla="*/ 6 h 97"/>
                <a:gd name="T8" fmla="*/ 6 w 452"/>
                <a:gd name="T9" fmla="*/ 0 h 97"/>
                <a:gd name="T10" fmla="*/ 446 w 452"/>
                <a:gd name="T11" fmla="*/ 0 h 97"/>
                <a:gd name="T12" fmla="*/ 452 w 452"/>
                <a:gd name="T13" fmla="*/ 6 h 97"/>
                <a:gd name="T14" fmla="*/ 452 w 452"/>
                <a:gd name="T15" fmla="*/ 91 h 97"/>
                <a:gd name="T16" fmla="*/ 446 w 452"/>
                <a:gd name="T17" fmla="*/ 97 h 97"/>
                <a:gd name="T18" fmla="*/ 12 w 452"/>
                <a:gd name="T19" fmla="*/ 85 h 97"/>
                <a:gd name="T20" fmla="*/ 440 w 452"/>
                <a:gd name="T21" fmla="*/ 85 h 97"/>
                <a:gd name="T22" fmla="*/ 440 w 452"/>
                <a:gd name="T23" fmla="*/ 12 h 97"/>
                <a:gd name="T24" fmla="*/ 12 w 452"/>
                <a:gd name="T25" fmla="*/ 12 h 97"/>
                <a:gd name="T26" fmla="*/ 12 w 452"/>
                <a:gd name="T27" fmla="*/ 85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2" h="97">
                  <a:moveTo>
                    <a:pt x="446" y="97"/>
                  </a:moveTo>
                  <a:cubicBezTo>
                    <a:pt x="6" y="97"/>
                    <a:pt x="6" y="97"/>
                    <a:pt x="6" y="97"/>
                  </a:cubicBezTo>
                  <a:cubicBezTo>
                    <a:pt x="2" y="97"/>
                    <a:pt x="0" y="94"/>
                    <a:pt x="0" y="91"/>
                  </a:cubicBezTo>
                  <a:cubicBezTo>
                    <a:pt x="0" y="6"/>
                    <a:pt x="0" y="6"/>
                    <a:pt x="0" y="6"/>
                  </a:cubicBezTo>
                  <a:cubicBezTo>
                    <a:pt x="0" y="3"/>
                    <a:pt x="2" y="0"/>
                    <a:pt x="6" y="0"/>
                  </a:cubicBezTo>
                  <a:cubicBezTo>
                    <a:pt x="446" y="0"/>
                    <a:pt x="446" y="0"/>
                    <a:pt x="446" y="0"/>
                  </a:cubicBezTo>
                  <a:cubicBezTo>
                    <a:pt x="450" y="0"/>
                    <a:pt x="452" y="3"/>
                    <a:pt x="452" y="6"/>
                  </a:cubicBezTo>
                  <a:cubicBezTo>
                    <a:pt x="452" y="91"/>
                    <a:pt x="452" y="91"/>
                    <a:pt x="452" y="91"/>
                  </a:cubicBezTo>
                  <a:cubicBezTo>
                    <a:pt x="452" y="94"/>
                    <a:pt x="450" y="97"/>
                    <a:pt x="446" y="97"/>
                  </a:cubicBezTo>
                  <a:close/>
                  <a:moveTo>
                    <a:pt x="12" y="85"/>
                  </a:moveTo>
                  <a:cubicBezTo>
                    <a:pt x="440" y="85"/>
                    <a:pt x="440" y="85"/>
                    <a:pt x="440" y="85"/>
                  </a:cubicBezTo>
                  <a:cubicBezTo>
                    <a:pt x="440" y="12"/>
                    <a:pt x="440" y="12"/>
                    <a:pt x="440" y="12"/>
                  </a:cubicBezTo>
                  <a:cubicBezTo>
                    <a:pt x="12" y="12"/>
                    <a:pt x="12" y="12"/>
                    <a:pt x="12" y="12"/>
                  </a:cubicBezTo>
                  <a:lnTo>
                    <a:pt x="12" y="85"/>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7" name="Rectangle 17"/>
            <p:cNvSpPr>
              <a:spLocks noChangeArrowheads="1"/>
            </p:cNvSpPr>
            <p:nvPr userDrawn="1"/>
          </p:nvSpPr>
          <p:spPr bwMode="auto">
            <a:xfrm>
              <a:off x="2354" y="1869"/>
              <a:ext cx="1049" cy="83"/>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8" name="Freeform 18"/>
            <p:cNvSpPr>
              <a:spLocks noEditPoints="1"/>
            </p:cNvSpPr>
            <p:nvPr userDrawn="1"/>
          </p:nvSpPr>
          <p:spPr bwMode="auto">
            <a:xfrm>
              <a:off x="2340" y="1854"/>
              <a:ext cx="1078" cy="113"/>
            </a:xfrm>
            <a:custGeom>
              <a:avLst/>
              <a:gdLst>
                <a:gd name="T0" fmla="*/ 446 w 452"/>
                <a:gd name="T1" fmla="*/ 47 h 47"/>
                <a:gd name="T2" fmla="*/ 6 w 452"/>
                <a:gd name="T3" fmla="*/ 47 h 47"/>
                <a:gd name="T4" fmla="*/ 0 w 452"/>
                <a:gd name="T5" fmla="*/ 41 h 47"/>
                <a:gd name="T6" fmla="*/ 0 w 452"/>
                <a:gd name="T7" fmla="*/ 6 h 47"/>
                <a:gd name="T8" fmla="*/ 6 w 452"/>
                <a:gd name="T9" fmla="*/ 0 h 47"/>
                <a:gd name="T10" fmla="*/ 446 w 452"/>
                <a:gd name="T11" fmla="*/ 0 h 47"/>
                <a:gd name="T12" fmla="*/ 452 w 452"/>
                <a:gd name="T13" fmla="*/ 6 h 47"/>
                <a:gd name="T14" fmla="*/ 452 w 452"/>
                <a:gd name="T15" fmla="*/ 41 h 47"/>
                <a:gd name="T16" fmla="*/ 446 w 452"/>
                <a:gd name="T17" fmla="*/ 47 h 47"/>
                <a:gd name="T18" fmla="*/ 12 w 452"/>
                <a:gd name="T19" fmla="*/ 35 h 47"/>
                <a:gd name="T20" fmla="*/ 440 w 452"/>
                <a:gd name="T21" fmla="*/ 35 h 47"/>
                <a:gd name="T22" fmla="*/ 440 w 452"/>
                <a:gd name="T23" fmla="*/ 12 h 47"/>
                <a:gd name="T24" fmla="*/ 12 w 452"/>
                <a:gd name="T25" fmla="*/ 12 h 47"/>
                <a:gd name="T26" fmla="*/ 12 w 452"/>
                <a:gd name="T27" fmla="*/ 3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2" h="47">
                  <a:moveTo>
                    <a:pt x="446" y="47"/>
                  </a:moveTo>
                  <a:cubicBezTo>
                    <a:pt x="6" y="47"/>
                    <a:pt x="6" y="47"/>
                    <a:pt x="6" y="47"/>
                  </a:cubicBezTo>
                  <a:cubicBezTo>
                    <a:pt x="2" y="47"/>
                    <a:pt x="0" y="45"/>
                    <a:pt x="0" y="41"/>
                  </a:cubicBezTo>
                  <a:cubicBezTo>
                    <a:pt x="0" y="6"/>
                    <a:pt x="0" y="6"/>
                    <a:pt x="0" y="6"/>
                  </a:cubicBezTo>
                  <a:cubicBezTo>
                    <a:pt x="0" y="3"/>
                    <a:pt x="2" y="0"/>
                    <a:pt x="6" y="0"/>
                  </a:cubicBezTo>
                  <a:cubicBezTo>
                    <a:pt x="446" y="0"/>
                    <a:pt x="446" y="0"/>
                    <a:pt x="446" y="0"/>
                  </a:cubicBezTo>
                  <a:cubicBezTo>
                    <a:pt x="450" y="0"/>
                    <a:pt x="452" y="3"/>
                    <a:pt x="452" y="6"/>
                  </a:cubicBezTo>
                  <a:cubicBezTo>
                    <a:pt x="452" y="41"/>
                    <a:pt x="452" y="41"/>
                    <a:pt x="452" y="41"/>
                  </a:cubicBezTo>
                  <a:cubicBezTo>
                    <a:pt x="452" y="45"/>
                    <a:pt x="450" y="47"/>
                    <a:pt x="446" y="47"/>
                  </a:cubicBezTo>
                  <a:close/>
                  <a:moveTo>
                    <a:pt x="12" y="35"/>
                  </a:moveTo>
                  <a:cubicBezTo>
                    <a:pt x="440" y="35"/>
                    <a:pt x="440" y="35"/>
                    <a:pt x="440" y="35"/>
                  </a:cubicBezTo>
                  <a:cubicBezTo>
                    <a:pt x="440" y="12"/>
                    <a:pt x="440" y="12"/>
                    <a:pt x="440" y="12"/>
                  </a:cubicBezTo>
                  <a:cubicBezTo>
                    <a:pt x="12" y="12"/>
                    <a:pt x="12" y="12"/>
                    <a:pt x="12" y="12"/>
                  </a:cubicBezTo>
                  <a:lnTo>
                    <a:pt x="12" y="35"/>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9" name="Freeform 19"/>
            <p:cNvSpPr/>
            <p:nvPr userDrawn="1"/>
          </p:nvSpPr>
          <p:spPr bwMode="auto">
            <a:xfrm>
              <a:off x="2714" y="1228"/>
              <a:ext cx="215" cy="244"/>
            </a:xfrm>
            <a:custGeom>
              <a:avLst/>
              <a:gdLst>
                <a:gd name="T0" fmla="*/ 0 w 90"/>
                <a:gd name="T1" fmla="*/ 0 h 102"/>
                <a:gd name="T2" fmla="*/ 9 w 90"/>
                <a:gd name="T3" fmla="*/ 61 h 102"/>
                <a:gd name="T4" fmla="*/ 57 w 90"/>
                <a:gd name="T5" fmla="*/ 101 h 102"/>
                <a:gd name="T6" fmla="*/ 78 w 90"/>
                <a:gd name="T7" fmla="*/ 101 h 102"/>
                <a:gd name="T8" fmla="*/ 83 w 90"/>
                <a:gd name="T9" fmla="*/ 81 h 102"/>
                <a:gd name="T10" fmla="*/ 57 w 90"/>
                <a:gd name="T11" fmla="*/ 25 h 102"/>
                <a:gd name="T12" fmla="*/ 0 w 90"/>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0" h="102">
                  <a:moveTo>
                    <a:pt x="0" y="0"/>
                  </a:moveTo>
                  <a:cubicBezTo>
                    <a:pt x="9" y="61"/>
                    <a:pt x="9" y="61"/>
                    <a:pt x="9" y="61"/>
                  </a:cubicBezTo>
                  <a:cubicBezTo>
                    <a:pt x="13" y="85"/>
                    <a:pt x="33" y="102"/>
                    <a:pt x="57" y="101"/>
                  </a:cubicBezTo>
                  <a:cubicBezTo>
                    <a:pt x="78" y="101"/>
                    <a:pt x="78" y="101"/>
                    <a:pt x="78" y="101"/>
                  </a:cubicBezTo>
                  <a:cubicBezTo>
                    <a:pt x="83" y="81"/>
                    <a:pt x="83" y="81"/>
                    <a:pt x="83" y="81"/>
                  </a:cubicBezTo>
                  <a:cubicBezTo>
                    <a:pt x="90" y="58"/>
                    <a:pt x="78" y="34"/>
                    <a:pt x="57" y="25"/>
                  </a:cubicBezTo>
                  <a:lnTo>
                    <a:pt x="0" y="0"/>
                  </a:lnTo>
                  <a:close/>
                </a:path>
              </a:pathLst>
            </a:custGeom>
            <a:solidFill>
              <a:srgbClr val="B4AB8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0" name="Freeform 20"/>
            <p:cNvSpPr>
              <a:spLocks noEditPoints="1"/>
            </p:cNvSpPr>
            <p:nvPr userDrawn="1"/>
          </p:nvSpPr>
          <p:spPr bwMode="auto">
            <a:xfrm>
              <a:off x="2698" y="1213"/>
              <a:ext cx="245" cy="271"/>
            </a:xfrm>
            <a:custGeom>
              <a:avLst/>
              <a:gdLst>
                <a:gd name="T0" fmla="*/ 63 w 103"/>
                <a:gd name="T1" fmla="*/ 113 h 113"/>
                <a:gd name="T2" fmla="*/ 10 w 103"/>
                <a:gd name="T3" fmla="*/ 68 h 113"/>
                <a:gd name="T4" fmla="*/ 1 w 103"/>
                <a:gd name="T5" fmla="*/ 7 h 113"/>
                <a:gd name="T6" fmla="*/ 3 w 103"/>
                <a:gd name="T7" fmla="*/ 1 h 113"/>
                <a:gd name="T8" fmla="*/ 9 w 103"/>
                <a:gd name="T9" fmla="*/ 0 h 113"/>
                <a:gd name="T10" fmla="*/ 66 w 103"/>
                <a:gd name="T11" fmla="*/ 25 h 113"/>
                <a:gd name="T12" fmla="*/ 96 w 103"/>
                <a:gd name="T13" fmla="*/ 88 h 113"/>
                <a:gd name="T14" fmla="*/ 90 w 103"/>
                <a:gd name="T15" fmla="*/ 108 h 113"/>
                <a:gd name="T16" fmla="*/ 85 w 103"/>
                <a:gd name="T17" fmla="*/ 113 h 113"/>
                <a:gd name="T18" fmla="*/ 64 w 103"/>
                <a:gd name="T19" fmla="*/ 113 h 113"/>
                <a:gd name="T20" fmla="*/ 63 w 103"/>
                <a:gd name="T21" fmla="*/ 113 h 113"/>
                <a:gd name="T22" fmla="*/ 85 w 103"/>
                <a:gd name="T23" fmla="*/ 107 h 113"/>
                <a:gd name="T24" fmla="*/ 85 w 103"/>
                <a:gd name="T25" fmla="*/ 107 h 113"/>
                <a:gd name="T26" fmla="*/ 14 w 103"/>
                <a:gd name="T27" fmla="*/ 16 h 113"/>
                <a:gd name="T28" fmla="*/ 22 w 103"/>
                <a:gd name="T29" fmla="*/ 66 h 113"/>
                <a:gd name="T30" fmla="*/ 63 w 103"/>
                <a:gd name="T31" fmla="*/ 101 h 113"/>
                <a:gd name="T32" fmla="*/ 64 w 103"/>
                <a:gd name="T33" fmla="*/ 101 h 113"/>
                <a:gd name="T34" fmla="*/ 80 w 103"/>
                <a:gd name="T35" fmla="*/ 101 h 113"/>
                <a:gd name="T36" fmla="*/ 84 w 103"/>
                <a:gd name="T37" fmla="*/ 85 h 113"/>
                <a:gd name="T38" fmla="*/ 61 w 103"/>
                <a:gd name="T39" fmla="*/ 36 h 113"/>
                <a:gd name="T40" fmla="*/ 14 w 103"/>
                <a:gd name="T41"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3" h="113">
                  <a:moveTo>
                    <a:pt x="63" y="113"/>
                  </a:moveTo>
                  <a:cubicBezTo>
                    <a:pt x="37" y="113"/>
                    <a:pt x="14" y="94"/>
                    <a:pt x="10" y="68"/>
                  </a:cubicBezTo>
                  <a:cubicBezTo>
                    <a:pt x="1" y="7"/>
                    <a:pt x="1" y="7"/>
                    <a:pt x="1" y="7"/>
                  </a:cubicBezTo>
                  <a:cubicBezTo>
                    <a:pt x="0" y="5"/>
                    <a:pt x="1" y="3"/>
                    <a:pt x="3" y="1"/>
                  </a:cubicBezTo>
                  <a:cubicBezTo>
                    <a:pt x="5" y="0"/>
                    <a:pt x="7" y="0"/>
                    <a:pt x="9" y="0"/>
                  </a:cubicBezTo>
                  <a:cubicBezTo>
                    <a:pt x="66" y="25"/>
                    <a:pt x="66" y="25"/>
                    <a:pt x="66" y="25"/>
                  </a:cubicBezTo>
                  <a:cubicBezTo>
                    <a:pt x="90" y="36"/>
                    <a:pt x="103" y="63"/>
                    <a:pt x="96" y="88"/>
                  </a:cubicBezTo>
                  <a:cubicBezTo>
                    <a:pt x="90" y="108"/>
                    <a:pt x="90" y="108"/>
                    <a:pt x="90" y="108"/>
                  </a:cubicBezTo>
                  <a:cubicBezTo>
                    <a:pt x="90" y="111"/>
                    <a:pt x="87" y="113"/>
                    <a:pt x="85" y="113"/>
                  </a:cubicBezTo>
                  <a:cubicBezTo>
                    <a:pt x="64" y="113"/>
                    <a:pt x="64" y="113"/>
                    <a:pt x="64" y="113"/>
                  </a:cubicBezTo>
                  <a:cubicBezTo>
                    <a:pt x="63" y="113"/>
                    <a:pt x="63" y="113"/>
                    <a:pt x="63" y="113"/>
                  </a:cubicBezTo>
                  <a:close/>
                  <a:moveTo>
                    <a:pt x="85" y="107"/>
                  </a:moveTo>
                  <a:cubicBezTo>
                    <a:pt x="85" y="107"/>
                    <a:pt x="85" y="107"/>
                    <a:pt x="85" y="107"/>
                  </a:cubicBezTo>
                  <a:close/>
                  <a:moveTo>
                    <a:pt x="14" y="16"/>
                  </a:moveTo>
                  <a:cubicBezTo>
                    <a:pt x="22" y="66"/>
                    <a:pt x="22" y="66"/>
                    <a:pt x="22" y="66"/>
                  </a:cubicBezTo>
                  <a:cubicBezTo>
                    <a:pt x="25" y="86"/>
                    <a:pt x="43" y="101"/>
                    <a:pt x="63" y="101"/>
                  </a:cubicBezTo>
                  <a:cubicBezTo>
                    <a:pt x="63" y="101"/>
                    <a:pt x="63" y="101"/>
                    <a:pt x="64" y="101"/>
                  </a:cubicBezTo>
                  <a:cubicBezTo>
                    <a:pt x="80" y="101"/>
                    <a:pt x="80" y="101"/>
                    <a:pt x="80" y="101"/>
                  </a:cubicBezTo>
                  <a:cubicBezTo>
                    <a:pt x="84" y="85"/>
                    <a:pt x="84" y="85"/>
                    <a:pt x="84" y="85"/>
                  </a:cubicBezTo>
                  <a:cubicBezTo>
                    <a:pt x="90" y="65"/>
                    <a:pt x="80" y="44"/>
                    <a:pt x="61" y="36"/>
                  </a:cubicBezTo>
                  <a:lnTo>
                    <a:pt x="14" y="16"/>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1" name="Freeform 21"/>
            <p:cNvSpPr/>
            <p:nvPr userDrawn="1"/>
          </p:nvSpPr>
          <p:spPr bwMode="auto">
            <a:xfrm>
              <a:off x="2812" y="1359"/>
              <a:ext cx="103" cy="125"/>
            </a:xfrm>
            <a:custGeom>
              <a:avLst/>
              <a:gdLst>
                <a:gd name="T0" fmla="*/ 37 w 43"/>
                <a:gd name="T1" fmla="*/ 52 h 52"/>
                <a:gd name="T2" fmla="*/ 32 w 43"/>
                <a:gd name="T3" fmla="*/ 49 h 52"/>
                <a:gd name="T4" fmla="*/ 2 w 43"/>
                <a:gd name="T5" fmla="*/ 10 h 52"/>
                <a:gd name="T6" fmla="*/ 3 w 43"/>
                <a:gd name="T7" fmla="*/ 2 h 52"/>
                <a:gd name="T8" fmla="*/ 11 w 43"/>
                <a:gd name="T9" fmla="*/ 3 h 52"/>
                <a:gd name="T10" fmla="*/ 41 w 43"/>
                <a:gd name="T11" fmla="*/ 42 h 52"/>
                <a:gd name="T12" fmla="*/ 40 w 43"/>
                <a:gd name="T13" fmla="*/ 50 h 52"/>
                <a:gd name="T14" fmla="*/ 37 w 43"/>
                <a:gd name="T15" fmla="*/ 52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52">
                  <a:moveTo>
                    <a:pt x="37" y="52"/>
                  </a:moveTo>
                  <a:cubicBezTo>
                    <a:pt x="35" y="52"/>
                    <a:pt x="33" y="51"/>
                    <a:pt x="32" y="49"/>
                  </a:cubicBezTo>
                  <a:cubicBezTo>
                    <a:pt x="2" y="10"/>
                    <a:pt x="2" y="10"/>
                    <a:pt x="2" y="10"/>
                  </a:cubicBezTo>
                  <a:cubicBezTo>
                    <a:pt x="0" y="8"/>
                    <a:pt x="0" y="4"/>
                    <a:pt x="3" y="2"/>
                  </a:cubicBezTo>
                  <a:cubicBezTo>
                    <a:pt x="5" y="0"/>
                    <a:pt x="9" y="0"/>
                    <a:pt x="11" y="3"/>
                  </a:cubicBezTo>
                  <a:cubicBezTo>
                    <a:pt x="41" y="42"/>
                    <a:pt x="41" y="42"/>
                    <a:pt x="41" y="42"/>
                  </a:cubicBezTo>
                  <a:cubicBezTo>
                    <a:pt x="43" y="45"/>
                    <a:pt x="43" y="48"/>
                    <a:pt x="40" y="50"/>
                  </a:cubicBezTo>
                  <a:cubicBezTo>
                    <a:pt x="39" y="51"/>
                    <a:pt x="38" y="52"/>
                    <a:pt x="37" y="52"/>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2" name="Freeform 22"/>
            <p:cNvSpPr/>
            <p:nvPr userDrawn="1"/>
          </p:nvSpPr>
          <p:spPr bwMode="auto">
            <a:xfrm>
              <a:off x="2736" y="1450"/>
              <a:ext cx="381" cy="354"/>
            </a:xfrm>
            <a:custGeom>
              <a:avLst/>
              <a:gdLst>
                <a:gd name="T0" fmla="*/ 0 w 160"/>
                <a:gd name="T1" fmla="*/ 47 h 148"/>
                <a:gd name="T2" fmla="*/ 80 w 160"/>
                <a:gd name="T3" fmla="*/ 0 h 148"/>
                <a:gd name="T4" fmla="*/ 160 w 160"/>
                <a:gd name="T5" fmla="*/ 47 h 148"/>
                <a:gd name="T6" fmla="*/ 101 w 160"/>
                <a:gd name="T7" fmla="*/ 146 h 148"/>
                <a:gd name="T8" fmla="*/ 80 w 160"/>
                <a:gd name="T9" fmla="*/ 140 h 148"/>
                <a:gd name="T10" fmla="*/ 60 w 160"/>
                <a:gd name="T11" fmla="*/ 146 h 148"/>
                <a:gd name="T12" fmla="*/ 0 w 160"/>
                <a:gd name="T13" fmla="*/ 47 h 148"/>
              </a:gdLst>
              <a:ahLst/>
              <a:cxnLst>
                <a:cxn ang="0">
                  <a:pos x="T0" y="T1"/>
                </a:cxn>
                <a:cxn ang="0">
                  <a:pos x="T2" y="T3"/>
                </a:cxn>
                <a:cxn ang="0">
                  <a:pos x="T4" y="T5"/>
                </a:cxn>
                <a:cxn ang="0">
                  <a:pos x="T6" y="T7"/>
                </a:cxn>
                <a:cxn ang="0">
                  <a:pos x="T8" y="T9"/>
                </a:cxn>
                <a:cxn ang="0">
                  <a:pos x="T10" y="T11"/>
                </a:cxn>
                <a:cxn ang="0">
                  <a:pos x="T12" y="T13"/>
                </a:cxn>
              </a:cxnLst>
              <a:rect l="0" t="0" r="r" b="b"/>
              <a:pathLst>
                <a:path w="160" h="148">
                  <a:moveTo>
                    <a:pt x="0" y="47"/>
                  </a:moveTo>
                  <a:cubicBezTo>
                    <a:pt x="0" y="3"/>
                    <a:pt x="36" y="0"/>
                    <a:pt x="80" y="0"/>
                  </a:cubicBezTo>
                  <a:cubicBezTo>
                    <a:pt x="124" y="0"/>
                    <a:pt x="160" y="3"/>
                    <a:pt x="160" y="47"/>
                  </a:cubicBezTo>
                  <a:cubicBezTo>
                    <a:pt x="160" y="84"/>
                    <a:pt x="135" y="137"/>
                    <a:pt x="101" y="146"/>
                  </a:cubicBezTo>
                  <a:cubicBezTo>
                    <a:pt x="94" y="148"/>
                    <a:pt x="87" y="140"/>
                    <a:pt x="80" y="140"/>
                  </a:cubicBezTo>
                  <a:cubicBezTo>
                    <a:pt x="73" y="140"/>
                    <a:pt x="66" y="148"/>
                    <a:pt x="60" y="146"/>
                  </a:cubicBezTo>
                  <a:cubicBezTo>
                    <a:pt x="25" y="137"/>
                    <a:pt x="0" y="84"/>
                    <a:pt x="0" y="47"/>
                  </a:cubicBezTo>
                  <a:close/>
                </a:path>
              </a:pathLst>
            </a:custGeom>
            <a:solidFill>
              <a:srgbClr val="D268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3" name="Freeform 23"/>
            <p:cNvSpPr>
              <a:spLocks noEditPoints="1"/>
            </p:cNvSpPr>
            <p:nvPr userDrawn="1"/>
          </p:nvSpPr>
          <p:spPr bwMode="auto">
            <a:xfrm>
              <a:off x="2721" y="1436"/>
              <a:ext cx="411" cy="380"/>
            </a:xfrm>
            <a:custGeom>
              <a:avLst/>
              <a:gdLst>
                <a:gd name="T0" fmla="*/ 68 w 172"/>
                <a:gd name="T1" fmla="*/ 158 h 159"/>
                <a:gd name="T2" fmla="*/ 64 w 172"/>
                <a:gd name="T3" fmla="*/ 158 h 159"/>
                <a:gd name="T4" fmla="*/ 0 w 172"/>
                <a:gd name="T5" fmla="*/ 53 h 159"/>
                <a:gd name="T6" fmla="*/ 86 w 172"/>
                <a:gd name="T7" fmla="*/ 0 h 159"/>
                <a:gd name="T8" fmla="*/ 172 w 172"/>
                <a:gd name="T9" fmla="*/ 53 h 159"/>
                <a:gd name="T10" fmla="*/ 108 w 172"/>
                <a:gd name="T11" fmla="*/ 158 h 159"/>
                <a:gd name="T12" fmla="*/ 93 w 172"/>
                <a:gd name="T13" fmla="*/ 154 h 159"/>
                <a:gd name="T14" fmla="*/ 86 w 172"/>
                <a:gd name="T15" fmla="*/ 152 h 159"/>
                <a:gd name="T16" fmla="*/ 79 w 172"/>
                <a:gd name="T17" fmla="*/ 154 h 159"/>
                <a:gd name="T18" fmla="*/ 68 w 172"/>
                <a:gd name="T19" fmla="*/ 158 h 159"/>
                <a:gd name="T20" fmla="*/ 86 w 172"/>
                <a:gd name="T21" fmla="*/ 12 h 159"/>
                <a:gd name="T22" fmla="*/ 12 w 172"/>
                <a:gd name="T23" fmla="*/ 53 h 159"/>
                <a:gd name="T24" fmla="*/ 67 w 172"/>
                <a:gd name="T25" fmla="*/ 146 h 159"/>
                <a:gd name="T26" fmla="*/ 74 w 172"/>
                <a:gd name="T27" fmla="*/ 144 h 159"/>
                <a:gd name="T28" fmla="*/ 86 w 172"/>
                <a:gd name="T29" fmla="*/ 140 h 159"/>
                <a:gd name="T30" fmla="*/ 99 w 172"/>
                <a:gd name="T31" fmla="*/ 144 h 159"/>
                <a:gd name="T32" fmla="*/ 105 w 172"/>
                <a:gd name="T33" fmla="*/ 146 h 159"/>
                <a:gd name="T34" fmla="*/ 160 w 172"/>
                <a:gd name="T35" fmla="*/ 53 h 159"/>
                <a:gd name="T36" fmla="*/ 86 w 172"/>
                <a:gd name="T37" fmla="*/ 12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159">
                  <a:moveTo>
                    <a:pt x="68" y="158"/>
                  </a:moveTo>
                  <a:cubicBezTo>
                    <a:pt x="67" y="158"/>
                    <a:pt x="65" y="158"/>
                    <a:pt x="64" y="158"/>
                  </a:cubicBezTo>
                  <a:cubicBezTo>
                    <a:pt x="28" y="148"/>
                    <a:pt x="0" y="94"/>
                    <a:pt x="0" y="53"/>
                  </a:cubicBezTo>
                  <a:cubicBezTo>
                    <a:pt x="0" y="0"/>
                    <a:pt x="48" y="0"/>
                    <a:pt x="86" y="0"/>
                  </a:cubicBezTo>
                  <a:cubicBezTo>
                    <a:pt x="124" y="0"/>
                    <a:pt x="172" y="0"/>
                    <a:pt x="172" y="53"/>
                  </a:cubicBezTo>
                  <a:cubicBezTo>
                    <a:pt x="172" y="93"/>
                    <a:pt x="144" y="148"/>
                    <a:pt x="108" y="158"/>
                  </a:cubicBezTo>
                  <a:cubicBezTo>
                    <a:pt x="103" y="159"/>
                    <a:pt x="97" y="156"/>
                    <a:pt x="93" y="154"/>
                  </a:cubicBezTo>
                  <a:cubicBezTo>
                    <a:pt x="90" y="153"/>
                    <a:pt x="88" y="152"/>
                    <a:pt x="86" y="152"/>
                  </a:cubicBezTo>
                  <a:cubicBezTo>
                    <a:pt x="84" y="152"/>
                    <a:pt x="82" y="153"/>
                    <a:pt x="79" y="154"/>
                  </a:cubicBezTo>
                  <a:cubicBezTo>
                    <a:pt x="76" y="156"/>
                    <a:pt x="72" y="158"/>
                    <a:pt x="68" y="158"/>
                  </a:cubicBezTo>
                  <a:close/>
                  <a:moveTo>
                    <a:pt x="86" y="12"/>
                  </a:moveTo>
                  <a:cubicBezTo>
                    <a:pt x="41" y="12"/>
                    <a:pt x="12" y="15"/>
                    <a:pt x="12" y="53"/>
                  </a:cubicBezTo>
                  <a:cubicBezTo>
                    <a:pt x="12" y="89"/>
                    <a:pt x="37" y="138"/>
                    <a:pt x="67" y="146"/>
                  </a:cubicBezTo>
                  <a:cubicBezTo>
                    <a:pt x="69" y="147"/>
                    <a:pt x="71" y="145"/>
                    <a:pt x="74" y="144"/>
                  </a:cubicBezTo>
                  <a:cubicBezTo>
                    <a:pt x="77" y="142"/>
                    <a:pt x="81" y="140"/>
                    <a:pt x="86" y="140"/>
                  </a:cubicBezTo>
                  <a:cubicBezTo>
                    <a:pt x="91" y="140"/>
                    <a:pt x="95" y="142"/>
                    <a:pt x="99" y="144"/>
                  </a:cubicBezTo>
                  <a:cubicBezTo>
                    <a:pt x="101" y="145"/>
                    <a:pt x="104" y="146"/>
                    <a:pt x="105" y="146"/>
                  </a:cubicBezTo>
                  <a:cubicBezTo>
                    <a:pt x="136" y="138"/>
                    <a:pt x="160" y="88"/>
                    <a:pt x="160" y="53"/>
                  </a:cubicBezTo>
                  <a:cubicBezTo>
                    <a:pt x="160" y="15"/>
                    <a:pt x="131" y="12"/>
                    <a:pt x="86" y="12"/>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4" name="Freeform 24"/>
            <p:cNvSpPr/>
            <p:nvPr userDrawn="1"/>
          </p:nvSpPr>
          <p:spPr bwMode="auto">
            <a:xfrm>
              <a:off x="2917" y="1311"/>
              <a:ext cx="55" cy="139"/>
            </a:xfrm>
            <a:custGeom>
              <a:avLst/>
              <a:gdLst>
                <a:gd name="T0" fmla="*/ 4 w 23"/>
                <a:gd name="T1" fmla="*/ 58 h 58"/>
                <a:gd name="T2" fmla="*/ 23 w 23"/>
                <a:gd name="T3" fmla="*/ 0 h 58"/>
              </a:gdLst>
              <a:ahLst/>
              <a:cxnLst>
                <a:cxn ang="0">
                  <a:pos x="T0" y="T1"/>
                </a:cxn>
                <a:cxn ang="0">
                  <a:pos x="T2" y="T3"/>
                </a:cxn>
              </a:cxnLst>
              <a:rect l="0" t="0" r="r" b="b"/>
              <a:pathLst>
                <a:path w="23" h="58">
                  <a:moveTo>
                    <a:pt x="4" y="58"/>
                  </a:moveTo>
                  <a:cubicBezTo>
                    <a:pt x="4" y="58"/>
                    <a:pt x="0" y="22"/>
                    <a:pt x="23" y="0"/>
                  </a:cubicBezTo>
                </a:path>
              </a:pathLst>
            </a:custGeom>
            <a:solidFill>
              <a:srgbClr val="D268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5" name="Freeform 25"/>
            <p:cNvSpPr/>
            <p:nvPr userDrawn="1"/>
          </p:nvSpPr>
          <p:spPr bwMode="auto">
            <a:xfrm>
              <a:off x="2910" y="1276"/>
              <a:ext cx="98" cy="189"/>
            </a:xfrm>
            <a:custGeom>
              <a:avLst/>
              <a:gdLst>
                <a:gd name="T0" fmla="*/ 1 w 41"/>
                <a:gd name="T1" fmla="*/ 74 h 79"/>
                <a:gd name="T2" fmla="*/ 1 w 41"/>
                <a:gd name="T3" fmla="*/ 73 h 79"/>
                <a:gd name="T4" fmla="*/ 1 w 41"/>
                <a:gd name="T5" fmla="*/ 71 h 79"/>
                <a:gd name="T6" fmla="*/ 0 w 41"/>
                <a:gd name="T7" fmla="*/ 63 h 79"/>
                <a:gd name="T8" fmla="*/ 0 w 41"/>
                <a:gd name="T9" fmla="*/ 52 h 79"/>
                <a:gd name="T10" fmla="*/ 1 w 41"/>
                <a:gd name="T11" fmla="*/ 46 h 79"/>
                <a:gd name="T12" fmla="*/ 2 w 41"/>
                <a:gd name="T13" fmla="*/ 39 h 79"/>
                <a:gd name="T14" fmla="*/ 4 w 41"/>
                <a:gd name="T15" fmla="*/ 33 h 79"/>
                <a:gd name="T16" fmla="*/ 6 w 41"/>
                <a:gd name="T17" fmla="*/ 27 h 79"/>
                <a:gd name="T18" fmla="*/ 8 w 41"/>
                <a:gd name="T19" fmla="*/ 21 h 79"/>
                <a:gd name="T20" fmla="*/ 11 w 41"/>
                <a:gd name="T21" fmla="*/ 16 h 79"/>
                <a:gd name="T22" fmla="*/ 13 w 41"/>
                <a:gd name="T23" fmla="*/ 12 h 79"/>
                <a:gd name="T24" fmla="*/ 16 w 41"/>
                <a:gd name="T25" fmla="*/ 9 h 79"/>
                <a:gd name="T26" fmla="*/ 18 w 41"/>
                <a:gd name="T27" fmla="*/ 6 h 79"/>
                <a:gd name="T28" fmla="*/ 34 w 41"/>
                <a:gd name="T29" fmla="*/ 4 h 79"/>
                <a:gd name="T30" fmla="*/ 36 w 41"/>
                <a:gd name="T31" fmla="*/ 21 h 79"/>
                <a:gd name="T32" fmla="*/ 35 w 41"/>
                <a:gd name="T33" fmla="*/ 22 h 79"/>
                <a:gd name="T34" fmla="*/ 34 w 41"/>
                <a:gd name="T35" fmla="*/ 23 h 79"/>
                <a:gd name="T36" fmla="*/ 33 w 41"/>
                <a:gd name="T37" fmla="*/ 25 h 79"/>
                <a:gd name="T38" fmla="*/ 31 w 41"/>
                <a:gd name="T39" fmla="*/ 26 h 79"/>
                <a:gd name="T40" fmla="*/ 29 w 41"/>
                <a:gd name="T41" fmla="*/ 29 h 79"/>
                <a:gd name="T42" fmla="*/ 26 w 41"/>
                <a:gd name="T43" fmla="*/ 32 h 79"/>
                <a:gd name="T44" fmla="*/ 24 w 41"/>
                <a:gd name="T45" fmla="*/ 35 h 79"/>
                <a:gd name="T46" fmla="*/ 21 w 41"/>
                <a:gd name="T47" fmla="*/ 40 h 79"/>
                <a:gd name="T48" fmla="*/ 19 w 41"/>
                <a:gd name="T49" fmla="*/ 44 h 79"/>
                <a:gd name="T50" fmla="*/ 17 w 41"/>
                <a:gd name="T51" fmla="*/ 49 h 79"/>
                <a:gd name="T52" fmla="*/ 16 w 41"/>
                <a:gd name="T53" fmla="*/ 54 h 79"/>
                <a:gd name="T54" fmla="*/ 14 w 41"/>
                <a:gd name="T55" fmla="*/ 63 h 79"/>
                <a:gd name="T56" fmla="*/ 13 w 41"/>
                <a:gd name="T57" fmla="*/ 70 h 79"/>
                <a:gd name="T58" fmla="*/ 13 w 41"/>
                <a:gd name="T59" fmla="*/ 72 h 79"/>
                <a:gd name="T60" fmla="*/ 13 w 41"/>
                <a:gd name="T61" fmla="*/ 72 h 79"/>
                <a:gd name="T62" fmla="*/ 13 w 41"/>
                <a:gd name="T63" fmla="*/ 73 h 79"/>
                <a:gd name="T64" fmla="*/ 7 w 41"/>
                <a:gd name="T65" fmla="*/ 79 h 79"/>
                <a:gd name="T66" fmla="*/ 1 w 41"/>
                <a:gd name="T67" fmla="*/ 7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 h="79">
                  <a:moveTo>
                    <a:pt x="1" y="74"/>
                  </a:moveTo>
                  <a:cubicBezTo>
                    <a:pt x="1" y="74"/>
                    <a:pt x="1" y="73"/>
                    <a:pt x="1" y="73"/>
                  </a:cubicBezTo>
                  <a:cubicBezTo>
                    <a:pt x="1" y="72"/>
                    <a:pt x="1" y="71"/>
                    <a:pt x="1" y="71"/>
                  </a:cubicBezTo>
                  <a:cubicBezTo>
                    <a:pt x="0" y="69"/>
                    <a:pt x="0" y="66"/>
                    <a:pt x="0" y="63"/>
                  </a:cubicBezTo>
                  <a:cubicBezTo>
                    <a:pt x="0" y="60"/>
                    <a:pt x="0" y="56"/>
                    <a:pt x="0" y="52"/>
                  </a:cubicBezTo>
                  <a:cubicBezTo>
                    <a:pt x="0" y="50"/>
                    <a:pt x="1" y="48"/>
                    <a:pt x="1" y="46"/>
                  </a:cubicBezTo>
                  <a:cubicBezTo>
                    <a:pt x="1" y="44"/>
                    <a:pt x="1" y="41"/>
                    <a:pt x="2" y="39"/>
                  </a:cubicBezTo>
                  <a:cubicBezTo>
                    <a:pt x="2" y="37"/>
                    <a:pt x="3" y="35"/>
                    <a:pt x="4" y="33"/>
                  </a:cubicBezTo>
                  <a:cubicBezTo>
                    <a:pt x="4" y="31"/>
                    <a:pt x="5" y="29"/>
                    <a:pt x="6" y="27"/>
                  </a:cubicBezTo>
                  <a:cubicBezTo>
                    <a:pt x="6" y="25"/>
                    <a:pt x="7" y="23"/>
                    <a:pt x="8" y="21"/>
                  </a:cubicBezTo>
                  <a:cubicBezTo>
                    <a:pt x="9" y="19"/>
                    <a:pt x="10" y="18"/>
                    <a:pt x="11" y="16"/>
                  </a:cubicBezTo>
                  <a:cubicBezTo>
                    <a:pt x="12" y="15"/>
                    <a:pt x="13" y="13"/>
                    <a:pt x="13" y="12"/>
                  </a:cubicBezTo>
                  <a:cubicBezTo>
                    <a:pt x="14" y="11"/>
                    <a:pt x="15" y="10"/>
                    <a:pt x="16" y="9"/>
                  </a:cubicBezTo>
                  <a:cubicBezTo>
                    <a:pt x="17" y="7"/>
                    <a:pt x="18" y="6"/>
                    <a:pt x="18" y="6"/>
                  </a:cubicBezTo>
                  <a:cubicBezTo>
                    <a:pt x="22" y="1"/>
                    <a:pt x="29" y="0"/>
                    <a:pt x="34" y="4"/>
                  </a:cubicBezTo>
                  <a:cubicBezTo>
                    <a:pt x="40" y="8"/>
                    <a:pt x="41" y="16"/>
                    <a:pt x="36" y="21"/>
                  </a:cubicBezTo>
                  <a:cubicBezTo>
                    <a:pt x="36" y="22"/>
                    <a:pt x="36" y="22"/>
                    <a:pt x="35" y="22"/>
                  </a:cubicBezTo>
                  <a:cubicBezTo>
                    <a:pt x="34" y="23"/>
                    <a:pt x="34" y="23"/>
                    <a:pt x="34" y="23"/>
                  </a:cubicBezTo>
                  <a:cubicBezTo>
                    <a:pt x="34" y="23"/>
                    <a:pt x="34" y="24"/>
                    <a:pt x="33" y="25"/>
                  </a:cubicBezTo>
                  <a:cubicBezTo>
                    <a:pt x="32" y="25"/>
                    <a:pt x="32" y="26"/>
                    <a:pt x="31" y="26"/>
                  </a:cubicBezTo>
                  <a:cubicBezTo>
                    <a:pt x="30" y="27"/>
                    <a:pt x="30" y="28"/>
                    <a:pt x="29" y="29"/>
                  </a:cubicBezTo>
                  <a:cubicBezTo>
                    <a:pt x="28" y="29"/>
                    <a:pt x="27" y="31"/>
                    <a:pt x="26" y="32"/>
                  </a:cubicBezTo>
                  <a:cubicBezTo>
                    <a:pt x="25" y="33"/>
                    <a:pt x="24" y="34"/>
                    <a:pt x="24" y="35"/>
                  </a:cubicBezTo>
                  <a:cubicBezTo>
                    <a:pt x="23" y="37"/>
                    <a:pt x="22" y="38"/>
                    <a:pt x="21" y="40"/>
                  </a:cubicBezTo>
                  <a:cubicBezTo>
                    <a:pt x="20" y="41"/>
                    <a:pt x="20" y="43"/>
                    <a:pt x="19" y="44"/>
                  </a:cubicBezTo>
                  <a:cubicBezTo>
                    <a:pt x="18" y="46"/>
                    <a:pt x="18" y="48"/>
                    <a:pt x="17" y="49"/>
                  </a:cubicBezTo>
                  <a:cubicBezTo>
                    <a:pt x="17" y="51"/>
                    <a:pt x="16" y="53"/>
                    <a:pt x="16" y="54"/>
                  </a:cubicBezTo>
                  <a:cubicBezTo>
                    <a:pt x="15" y="58"/>
                    <a:pt x="14" y="61"/>
                    <a:pt x="14" y="63"/>
                  </a:cubicBezTo>
                  <a:cubicBezTo>
                    <a:pt x="13" y="66"/>
                    <a:pt x="13" y="68"/>
                    <a:pt x="13" y="70"/>
                  </a:cubicBezTo>
                  <a:cubicBezTo>
                    <a:pt x="13" y="71"/>
                    <a:pt x="13" y="71"/>
                    <a:pt x="13" y="72"/>
                  </a:cubicBezTo>
                  <a:cubicBezTo>
                    <a:pt x="13" y="72"/>
                    <a:pt x="13" y="72"/>
                    <a:pt x="13" y="72"/>
                  </a:cubicBezTo>
                  <a:cubicBezTo>
                    <a:pt x="13" y="73"/>
                    <a:pt x="13" y="73"/>
                    <a:pt x="13" y="73"/>
                  </a:cubicBezTo>
                  <a:cubicBezTo>
                    <a:pt x="13" y="76"/>
                    <a:pt x="10" y="79"/>
                    <a:pt x="7" y="79"/>
                  </a:cubicBezTo>
                  <a:cubicBezTo>
                    <a:pt x="4" y="79"/>
                    <a:pt x="1" y="76"/>
                    <a:pt x="1" y="74"/>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grpSp>
      <p:sp>
        <p:nvSpPr>
          <p:cNvPr id="35" name="图片占位符 22"/>
          <p:cNvSpPr>
            <a:spLocks noGrp="1"/>
          </p:cNvSpPr>
          <p:nvPr>
            <p:ph type="pic" sz="quarter" idx="10"/>
          </p:nvPr>
        </p:nvSpPr>
        <p:spPr>
          <a:xfrm>
            <a:off x="753440" y="1155373"/>
            <a:ext cx="1949492" cy="1949492"/>
          </a:xfrm>
          <a:prstGeom prst="roundRect">
            <a:avLst>
              <a:gd name="adj" fmla="val 50000"/>
            </a:avLst>
          </a:prstGeom>
          <a:ln w="28575">
            <a:solidFill>
              <a:srgbClr val="87747E"/>
            </a:solidFill>
          </a:ln>
        </p:spPr>
        <p:txBody>
          <a:bodyPr/>
          <a:lstStyle/>
          <a:p>
            <a:endParaRPr lang="zh-CN" altLang="en-US"/>
          </a:p>
        </p:txBody>
      </p:sp>
      <p:sp>
        <p:nvSpPr>
          <p:cNvPr id="36" name="图片占位符 22"/>
          <p:cNvSpPr>
            <a:spLocks noGrp="1"/>
          </p:cNvSpPr>
          <p:nvPr>
            <p:ph type="pic" sz="quarter" idx="11"/>
          </p:nvPr>
        </p:nvSpPr>
        <p:spPr>
          <a:xfrm>
            <a:off x="3597254" y="1155373"/>
            <a:ext cx="1949492" cy="1949492"/>
          </a:xfrm>
          <a:prstGeom prst="roundRect">
            <a:avLst>
              <a:gd name="adj" fmla="val 50000"/>
            </a:avLst>
          </a:prstGeom>
          <a:ln w="28575">
            <a:solidFill>
              <a:srgbClr val="87747E"/>
            </a:solidFill>
          </a:ln>
        </p:spPr>
        <p:txBody>
          <a:bodyPr/>
          <a:lstStyle/>
          <a:p>
            <a:endParaRPr lang="zh-CN" altLang="en-US"/>
          </a:p>
        </p:txBody>
      </p:sp>
      <p:sp>
        <p:nvSpPr>
          <p:cNvPr id="37" name="图片占位符 22"/>
          <p:cNvSpPr>
            <a:spLocks noGrp="1"/>
          </p:cNvSpPr>
          <p:nvPr>
            <p:ph type="pic" sz="quarter" idx="12"/>
          </p:nvPr>
        </p:nvSpPr>
        <p:spPr>
          <a:xfrm>
            <a:off x="6441068" y="1155373"/>
            <a:ext cx="1949492" cy="1949492"/>
          </a:xfrm>
          <a:prstGeom prst="roundRect">
            <a:avLst>
              <a:gd name="adj" fmla="val 50000"/>
            </a:avLst>
          </a:prstGeom>
          <a:ln w="28575">
            <a:solidFill>
              <a:srgbClr val="87747E"/>
            </a:solidFill>
          </a:ln>
        </p:spPr>
        <p:txBody>
          <a:body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grpSp>
        <p:nvGrpSpPr>
          <p:cNvPr id="4" name="Group 37"/>
          <p:cNvGrpSpPr>
            <a:grpSpLocks noChangeAspect="1"/>
          </p:cNvGrpSpPr>
          <p:nvPr userDrawn="1"/>
        </p:nvGrpSpPr>
        <p:grpSpPr bwMode="auto">
          <a:xfrm>
            <a:off x="7481394" y="4459570"/>
            <a:ext cx="1460996" cy="674407"/>
            <a:chOff x="4513" y="2717"/>
            <a:chExt cx="1120" cy="517"/>
          </a:xfrm>
        </p:grpSpPr>
        <p:sp>
          <p:nvSpPr>
            <p:cNvPr id="5" name="Freeform 38"/>
            <p:cNvSpPr/>
            <p:nvPr/>
          </p:nvSpPr>
          <p:spPr bwMode="auto">
            <a:xfrm>
              <a:off x="5216" y="2717"/>
              <a:ext cx="95" cy="451"/>
            </a:xfrm>
            <a:custGeom>
              <a:avLst/>
              <a:gdLst>
                <a:gd name="T0" fmla="*/ 39 w 78"/>
                <a:gd name="T1" fmla="*/ 0 h 369"/>
                <a:gd name="T2" fmla="*/ 9 w 78"/>
                <a:gd name="T3" fmla="*/ 305 h 369"/>
                <a:gd name="T4" fmla="*/ 39 w 78"/>
                <a:gd name="T5" fmla="*/ 369 h 369"/>
                <a:gd name="T6" fmla="*/ 69 w 78"/>
                <a:gd name="T7" fmla="*/ 305 h 369"/>
                <a:gd name="T8" fmla="*/ 39 w 78"/>
                <a:gd name="T9" fmla="*/ 0 h 369"/>
              </a:gdLst>
              <a:ahLst/>
              <a:cxnLst>
                <a:cxn ang="0">
                  <a:pos x="T0" y="T1"/>
                </a:cxn>
                <a:cxn ang="0">
                  <a:pos x="T2" y="T3"/>
                </a:cxn>
                <a:cxn ang="0">
                  <a:pos x="T4" y="T5"/>
                </a:cxn>
                <a:cxn ang="0">
                  <a:pos x="T6" y="T7"/>
                </a:cxn>
                <a:cxn ang="0">
                  <a:pos x="T8" y="T9"/>
                </a:cxn>
              </a:cxnLst>
              <a:rect l="0" t="0" r="r" b="b"/>
              <a:pathLst>
                <a:path w="78" h="369">
                  <a:moveTo>
                    <a:pt x="39" y="0"/>
                  </a:moveTo>
                  <a:cubicBezTo>
                    <a:pt x="10" y="77"/>
                    <a:pt x="0" y="272"/>
                    <a:pt x="9" y="305"/>
                  </a:cubicBezTo>
                  <a:cubicBezTo>
                    <a:pt x="19" y="338"/>
                    <a:pt x="39" y="369"/>
                    <a:pt x="39" y="369"/>
                  </a:cubicBezTo>
                  <a:cubicBezTo>
                    <a:pt x="39" y="369"/>
                    <a:pt x="59" y="338"/>
                    <a:pt x="69" y="305"/>
                  </a:cubicBezTo>
                  <a:cubicBezTo>
                    <a:pt x="78" y="272"/>
                    <a:pt x="68" y="77"/>
                    <a:pt x="39" y="0"/>
                  </a:cubicBezTo>
                  <a:close/>
                </a:path>
              </a:pathLst>
            </a:custGeom>
            <a:solidFill>
              <a:srgbClr val="B4AB8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6" name="Line 39"/>
            <p:cNvSpPr>
              <a:spLocks noChangeShapeType="1"/>
            </p:cNvSpPr>
            <p:nvPr/>
          </p:nvSpPr>
          <p:spPr bwMode="auto">
            <a:xfrm>
              <a:off x="5225" y="3071"/>
              <a:ext cx="78" cy="0"/>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7" name="Line 40"/>
            <p:cNvSpPr>
              <a:spLocks noChangeShapeType="1"/>
            </p:cNvSpPr>
            <p:nvPr/>
          </p:nvSpPr>
          <p:spPr bwMode="auto">
            <a:xfrm>
              <a:off x="5223" y="3035"/>
              <a:ext cx="81" cy="0"/>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 name="Freeform 41"/>
            <p:cNvSpPr/>
            <p:nvPr/>
          </p:nvSpPr>
          <p:spPr bwMode="auto">
            <a:xfrm>
              <a:off x="5165" y="3115"/>
              <a:ext cx="197" cy="119"/>
            </a:xfrm>
            <a:custGeom>
              <a:avLst/>
              <a:gdLst>
                <a:gd name="T0" fmla="*/ 109 w 162"/>
                <a:gd name="T1" fmla="*/ 0 h 97"/>
                <a:gd name="T2" fmla="*/ 81 w 162"/>
                <a:gd name="T3" fmla="*/ 27 h 97"/>
                <a:gd name="T4" fmla="*/ 53 w 162"/>
                <a:gd name="T5" fmla="*/ 0 h 97"/>
                <a:gd name="T6" fmla="*/ 0 w 162"/>
                <a:gd name="T7" fmla="*/ 53 h 97"/>
                <a:gd name="T8" fmla="*/ 0 w 162"/>
                <a:gd name="T9" fmla="*/ 97 h 97"/>
                <a:gd name="T10" fmla="*/ 162 w 162"/>
                <a:gd name="T11" fmla="*/ 97 h 97"/>
                <a:gd name="T12" fmla="*/ 162 w 162"/>
                <a:gd name="T13" fmla="*/ 53 h 97"/>
                <a:gd name="T14" fmla="*/ 109 w 162"/>
                <a:gd name="T15" fmla="*/ 0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 h="97">
                  <a:moveTo>
                    <a:pt x="109" y="0"/>
                  </a:moveTo>
                  <a:cubicBezTo>
                    <a:pt x="109" y="15"/>
                    <a:pt x="96" y="27"/>
                    <a:pt x="81" y="27"/>
                  </a:cubicBezTo>
                  <a:cubicBezTo>
                    <a:pt x="66" y="27"/>
                    <a:pt x="53" y="15"/>
                    <a:pt x="53" y="0"/>
                  </a:cubicBezTo>
                  <a:cubicBezTo>
                    <a:pt x="24" y="0"/>
                    <a:pt x="0" y="24"/>
                    <a:pt x="0" y="53"/>
                  </a:cubicBezTo>
                  <a:cubicBezTo>
                    <a:pt x="0" y="97"/>
                    <a:pt x="0" y="97"/>
                    <a:pt x="0" y="97"/>
                  </a:cubicBezTo>
                  <a:cubicBezTo>
                    <a:pt x="162" y="97"/>
                    <a:pt x="162" y="97"/>
                    <a:pt x="162" y="97"/>
                  </a:cubicBezTo>
                  <a:cubicBezTo>
                    <a:pt x="162" y="53"/>
                    <a:pt x="162" y="53"/>
                    <a:pt x="162" y="53"/>
                  </a:cubicBezTo>
                  <a:cubicBezTo>
                    <a:pt x="162" y="24"/>
                    <a:pt x="138" y="0"/>
                    <a:pt x="109" y="0"/>
                  </a:cubicBezTo>
                  <a:close/>
                </a:path>
              </a:pathLst>
            </a:custGeom>
            <a:solidFill>
              <a:srgbClr val="F5EEE3"/>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9" name="Freeform 42"/>
            <p:cNvSpPr/>
            <p:nvPr/>
          </p:nvSpPr>
          <p:spPr bwMode="auto">
            <a:xfrm>
              <a:off x="5411" y="3020"/>
              <a:ext cx="222" cy="214"/>
            </a:xfrm>
            <a:custGeom>
              <a:avLst/>
              <a:gdLst>
                <a:gd name="T0" fmla="*/ 161 w 182"/>
                <a:gd name="T1" fmla="*/ 42 h 175"/>
                <a:gd name="T2" fmla="*/ 124 w 182"/>
                <a:gd name="T3" fmla="*/ 42 h 175"/>
                <a:gd name="T4" fmla="*/ 124 w 182"/>
                <a:gd name="T5" fmla="*/ 0 h 175"/>
                <a:gd name="T6" fmla="*/ 57 w 182"/>
                <a:gd name="T7" fmla="*/ 0 h 175"/>
                <a:gd name="T8" fmla="*/ 57 w 182"/>
                <a:gd name="T9" fmla="*/ 42 h 175"/>
                <a:gd name="T10" fmla="*/ 21 w 182"/>
                <a:gd name="T11" fmla="*/ 42 h 175"/>
                <a:gd name="T12" fmla="*/ 0 w 182"/>
                <a:gd name="T13" fmla="*/ 63 h 175"/>
                <a:gd name="T14" fmla="*/ 0 w 182"/>
                <a:gd name="T15" fmla="*/ 154 h 175"/>
                <a:gd name="T16" fmla="*/ 21 w 182"/>
                <a:gd name="T17" fmla="*/ 175 h 175"/>
                <a:gd name="T18" fmla="*/ 161 w 182"/>
                <a:gd name="T19" fmla="*/ 175 h 175"/>
                <a:gd name="T20" fmla="*/ 182 w 182"/>
                <a:gd name="T21" fmla="*/ 154 h 175"/>
                <a:gd name="T22" fmla="*/ 182 w 182"/>
                <a:gd name="T23" fmla="*/ 63 h 175"/>
                <a:gd name="T24" fmla="*/ 161 w 182"/>
                <a:gd name="T25" fmla="*/ 4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75">
                  <a:moveTo>
                    <a:pt x="161" y="42"/>
                  </a:moveTo>
                  <a:cubicBezTo>
                    <a:pt x="124" y="42"/>
                    <a:pt x="124" y="42"/>
                    <a:pt x="124" y="42"/>
                  </a:cubicBezTo>
                  <a:cubicBezTo>
                    <a:pt x="124" y="0"/>
                    <a:pt x="124" y="0"/>
                    <a:pt x="124" y="0"/>
                  </a:cubicBezTo>
                  <a:cubicBezTo>
                    <a:pt x="57" y="0"/>
                    <a:pt x="57" y="0"/>
                    <a:pt x="57" y="0"/>
                  </a:cubicBezTo>
                  <a:cubicBezTo>
                    <a:pt x="57" y="42"/>
                    <a:pt x="57" y="42"/>
                    <a:pt x="57" y="42"/>
                  </a:cubicBezTo>
                  <a:cubicBezTo>
                    <a:pt x="21" y="42"/>
                    <a:pt x="21" y="42"/>
                    <a:pt x="21" y="42"/>
                  </a:cubicBezTo>
                  <a:cubicBezTo>
                    <a:pt x="9" y="42"/>
                    <a:pt x="0" y="52"/>
                    <a:pt x="0" y="63"/>
                  </a:cubicBezTo>
                  <a:cubicBezTo>
                    <a:pt x="0" y="154"/>
                    <a:pt x="0" y="154"/>
                    <a:pt x="0" y="154"/>
                  </a:cubicBezTo>
                  <a:cubicBezTo>
                    <a:pt x="0" y="166"/>
                    <a:pt x="9" y="175"/>
                    <a:pt x="21" y="175"/>
                  </a:cubicBezTo>
                  <a:cubicBezTo>
                    <a:pt x="161" y="175"/>
                    <a:pt x="161" y="175"/>
                    <a:pt x="161" y="175"/>
                  </a:cubicBezTo>
                  <a:cubicBezTo>
                    <a:pt x="173" y="175"/>
                    <a:pt x="182" y="166"/>
                    <a:pt x="182" y="154"/>
                  </a:cubicBezTo>
                  <a:cubicBezTo>
                    <a:pt x="182" y="63"/>
                    <a:pt x="182" y="63"/>
                    <a:pt x="182" y="63"/>
                  </a:cubicBezTo>
                  <a:cubicBezTo>
                    <a:pt x="182" y="52"/>
                    <a:pt x="173" y="42"/>
                    <a:pt x="161" y="42"/>
                  </a:cubicBezTo>
                  <a:close/>
                </a:path>
              </a:pathLst>
            </a:custGeom>
            <a:solidFill>
              <a:srgbClr val="B4AB8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0" name="Rectangle 43"/>
            <p:cNvSpPr>
              <a:spLocks noChangeArrowheads="1"/>
            </p:cNvSpPr>
            <p:nvPr/>
          </p:nvSpPr>
          <p:spPr bwMode="auto">
            <a:xfrm>
              <a:off x="5411" y="3121"/>
              <a:ext cx="222" cy="53"/>
            </a:xfrm>
            <a:prstGeom prst="rect">
              <a:avLst/>
            </a:prstGeom>
            <a:solidFill>
              <a:srgbClr val="F5EEE3"/>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1" name="Rectangle 44"/>
            <p:cNvSpPr>
              <a:spLocks noChangeArrowheads="1"/>
            </p:cNvSpPr>
            <p:nvPr/>
          </p:nvSpPr>
          <p:spPr bwMode="auto">
            <a:xfrm>
              <a:off x="5452" y="2969"/>
              <a:ext cx="139" cy="51"/>
            </a:xfrm>
            <a:prstGeom prst="rect">
              <a:avLst/>
            </a:prstGeom>
            <a:solidFill>
              <a:srgbClr val="87747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2" name="Line 45"/>
            <p:cNvSpPr>
              <a:spLocks noChangeShapeType="1"/>
            </p:cNvSpPr>
            <p:nvPr/>
          </p:nvSpPr>
          <p:spPr bwMode="auto">
            <a:xfrm>
              <a:off x="5452" y="3108"/>
              <a:ext cx="0" cy="86"/>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3" name="Rectangle 46"/>
            <p:cNvSpPr>
              <a:spLocks noChangeArrowheads="1"/>
            </p:cNvSpPr>
            <p:nvPr/>
          </p:nvSpPr>
          <p:spPr bwMode="auto">
            <a:xfrm>
              <a:off x="4513" y="2943"/>
              <a:ext cx="485" cy="291"/>
            </a:xfrm>
            <a:prstGeom prst="rect">
              <a:avLst/>
            </a:prstGeom>
            <a:solidFill>
              <a:srgbClr val="FAFAFA"/>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4" name="Line 47"/>
            <p:cNvSpPr>
              <a:spLocks noChangeShapeType="1"/>
            </p:cNvSpPr>
            <p:nvPr/>
          </p:nvSpPr>
          <p:spPr bwMode="auto">
            <a:xfrm>
              <a:off x="4563"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5" name="Line 48"/>
            <p:cNvSpPr>
              <a:spLocks noChangeShapeType="1"/>
            </p:cNvSpPr>
            <p:nvPr/>
          </p:nvSpPr>
          <p:spPr bwMode="auto">
            <a:xfrm>
              <a:off x="4611"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6" name="Line 49"/>
            <p:cNvSpPr>
              <a:spLocks noChangeShapeType="1"/>
            </p:cNvSpPr>
            <p:nvPr/>
          </p:nvSpPr>
          <p:spPr bwMode="auto">
            <a:xfrm>
              <a:off x="4659"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7" name="Line 50"/>
            <p:cNvSpPr>
              <a:spLocks noChangeShapeType="1"/>
            </p:cNvSpPr>
            <p:nvPr/>
          </p:nvSpPr>
          <p:spPr bwMode="auto">
            <a:xfrm>
              <a:off x="4707"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8" name="Line 51"/>
            <p:cNvSpPr>
              <a:spLocks noChangeShapeType="1"/>
            </p:cNvSpPr>
            <p:nvPr/>
          </p:nvSpPr>
          <p:spPr bwMode="auto">
            <a:xfrm>
              <a:off x="4756"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9" name="Line 52"/>
            <p:cNvSpPr>
              <a:spLocks noChangeShapeType="1"/>
            </p:cNvSpPr>
            <p:nvPr/>
          </p:nvSpPr>
          <p:spPr bwMode="auto">
            <a:xfrm>
              <a:off x="4804"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0" name="Line 53"/>
            <p:cNvSpPr>
              <a:spLocks noChangeShapeType="1"/>
            </p:cNvSpPr>
            <p:nvPr/>
          </p:nvSpPr>
          <p:spPr bwMode="auto">
            <a:xfrm>
              <a:off x="4852"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1" name="Line 54"/>
            <p:cNvSpPr>
              <a:spLocks noChangeShapeType="1"/>
            </p:cNvSpPr>
            <p:nvPr/>
          </p:nvSpPr>
          <p:spPr bwMode="auto">
            <a:xfrm>
              <a:off x="4901"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2" name="Line 55"/>
            <p:cNvSpPr>
              <a:spLocks noChangeShapeType="1"/>
            </p:cNvSpPr>
            <p:nvPr/>
          </p:nvSpPr>
          <p:spPr bwMode="auto">
            <a:xfrm>
              <a:off x="4948"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5" name="Freeform 58"/>
            <p:cNvSpPr/>
            <p:nvPr/>
          </p:nvSpPr>
          <p:spPr bwMode="auto">
            <a:xfrm>
              <a:off x="4998" y="2976"/>
              <a:ext cx="69" cy="258"/>
            </a:xfrm>
            <a:custGeom>
              <a:avLst/>
              <a:gdLst>
                <a:gd name="T0" fmla="*/ 0 w 69"/>
                <a:gd name="T1" fmla="*/ 0 h 258"/>
                <a:gd name="T2" fmla="*/ 69 w 69"/>
                <a:gd name="T3" fmla="*/ 258 h 258"/>
                <a:gd name="T4" fmla="*/ 0 w 69"/>
                <a:gd name="T5" fmla="*/ 258 h 258"/>
                <a:gd name="T6" fmla="*/ 0 w 69"/>
                <a:gd name="T7" fmla="*/ 0 h 258"/>
              </a:gdLst>
              <a:ahLst/>
              <a:cxnLst>
                <a:cxn ang="0">
                  <a:pos x="T0" y="T1"/>
                </a:cxn>
                <a:cxn ang="0">
                  <a:pos x="T2" y="T3"/>
                </a:cxn>
                <a:cxn ang="0">
                  <a:pos x="T4" y="T5"/>
                </a:cxn>
                <a:cxn ang="0">
                  <a:pos x="T6" y="T7"/>
                </a:cxn>
              </a:cxnLst>
              <a:rect l="0" t="0" r="r" b="b"/>
              <a:pathLst>
                <a:path w="69" h="258">
                  <a:moveTo>
                    <a:pt x="0" y="0"/>
                  </a:moveTo>
                  <a:lnTo>
                    <a:pt x="69" y="258"/>
                  </a:lnTo>
                  <a:lnTo>
                    <a:pt x="0" y="258"/>
                  </a:lnTo>
                  <a:lnTo>
                    <a:pt x="0" y="0"/>
                  </a:lnTo>
                  <a:close/>
                </a:path>
              </a:pathLst>
            </a:custGeom>
            <a:solidFill>
              <a:srgbClr val="D26859"/>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grpSp>
      <p:sp>
        <p:nvSpPr>
          <p:cNvPr id="28" name="Line 17"/>
          <p:cNvSpPr>
            <a:spLocks noChangeShapeType="1"/>
          </p:cNvSpPr>
          <p:nvPr userDrawn="1"/>
        </p:nvSpPr>
        <p:spPr bwMode="auto">
          <a:xfrm flipH="1">
            <a:off x="0" y="5143500"/>
            <a:ext cx="9144025" cy="0"/>
          </a:xfrm>
          <a:prstGeom prst="line">
            <a:avLst/>
          </a:prstGeom>
          <a:noFill/>
          <a:ln w="28575"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grpSp>
        <p:nvGrpSpPr>
          <p:cNvPr id="43" name="Group 14"/>
          <p:cNvGrpSpPr>
            <a:grpSpLocks noChangeAspect="1"/>
          </p:cNvGrpSpPr>
          <p:nvPr userDrawn="1"/>
        </p:nvGrpSpPr>
        <p:grpSpPr bwMode="auto">
          <a:xfrm>
            <a:off x="157819" y="4714612"/>
            <a:ext cx="567986" cy="428887"/>
            <a:chOff x="2340" y="1213"/>
            <a:chExt cx="1078" cy="814"/>
          </a:xfrm>
        </p:grpSpPr>
        <p:sp>
          <p:nvSpPr>
            <p:cNvPr id="45" name="Rectangle 15"/>
            <p:cNvSpPr>
              <a:spLocks noChangeArrowheads="1"/>
            </p:cNvSpPr>
            <p:nvPr userDrawn="1"/>
          </p:nvSpPr>
          <p:spPr bwMode="auto">
            <a:xfrm>
              <a:off x="2354" y="1809"/>
              <a:ext cx="1049" cy="203"/>
            </a:xfrm>
            <a:prstGeom prst="rect">
              <a:avLst/>
            </a:prstGeom>
            <a:solidFill>
              <a:srgbClr val="B4AB8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6" name="Freeform 16"/>
            <p:cNvSpPr>
              <a:spLocks noEditPoints="1"/>
            </p:cNvSpPr>
            <p:nvPr userDrawn="1"/>
          </p:nvSpPr>
          <p:spPr bwMode="auto">
            <a:xfrm>
              <a:off x="2340" y="1795"/>
              <a:ext cx="1078" cy="232"/>
            </a:xfrm>
            <a:custGeom>
              <a:avLst/>
              <a:gdLst>
                <a:gd name="T0" fmla="*/ 446 w 452"/>
                <a:gd name="T1" fmla="*/ 97 h 97"/>
                <a:gd name="T2" fmla="*/ 6 w 452"/>
                <a:gd name="T3" fmla="*/ 97 h 97"/>
                <a:gd name="T4" fmla="*/ 0 w 452"/>
                <a:gd name="T5" fmla="*/ 91 h 97"/>
                <a:gd name="T6" fmla="*/ 0 w 452"/>
                <a:gd name="T7" fmla="*/ 6 h 97"/>
                <a:gd name="T8" fmla="*/ 6 w 452"/>
                <a:gd name="T9" fmla="*/ 0 h 97"/>
                <a:gd name="T10" fmla="*/ 446 w 452"/>
                <a:gd name="T11" fmla="*/ 0 h 97"/>
                <a:gd name="T12" fmla="*/ 452 w 452"/>
                <a:gd name="T13" fmla="*/ 6 h 97"/>
                <a:gd name="T14" fmla="*/ 452 w 452"/>
                <a:gd name="T15" fmla="*/ 91 h 97"/>
                <a:gd name="T16" fmla="*/ 446 w 452"/>
                <a:gd name="T17" fmla="*/ 97 h 97"/>
                <a:gd name="T18" fmla="*/ 12 w 452"/>
                <a:gd name="T19" fmla="*/ 85 h 97"/>
                <a:gd name="T20" fmla="*/ 440 w 452"/>
                <a:gd name="T21" fmla="*/ 85 h 97"/>
                <a:gd name="T22" fmla="*/ 440 w 452"/>
                <a:gd name="T23" fmla="*/ 12 h 97"/>
                <a:gd name="T24" fmla="*/ 12 w 452"/>
                <a:gd name="T25" fmla="*/ 12 h 97"/>
                <a:gd name="T26" fmla="*/ 12 w 452"/>
                <a:gd name="T27" fmla="*/ 85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2" h="97">
                  <a:moveTo>
                    <a:pt x="446" y="97"/>
                  </a:moveTo>
                  <a:cubicBezTo>
                    <a:pt x="6" y="97"/>
                    <a:pt x="6" y="97"/>
                    <a:pt x="6" y="97"/>
                  </a:cubicBezTo>
                  <a:cubicBezTo>
                    <a:pt x="2" y="97"/>
                    <a:pt x="0" y="94"/>
                    <a:pt x="0" y="91"/>
                  </a:cubicBezTo>
                  <a:cubicBezTo>
                    <a:pt x="0" y="6"/>
                    <a:pt x="0" y="6"/>
                    <a:pt x="0" y="6"/>
                  </a:cubicBezTo>
                  <a:cubicBezTo>
                    <a:pt x="0" y="3"/>
                    <a:pt x="2" y="0"/>
                    <a:pt x="6" y="0"/>
                  </a:cubicBezTo>
                  <a:cubicBezTo>
                    <a:pt x="446" y="0"/>
                    <a:pt x="446" y="0"/>
                    <a:pt x="446" y="0"/>
                  </a:cubicBezTo>
                  <a:cubicBezTo>
                    <a:pt x="450" y="0"/>
                    <a:pt x="452" y="3"/>
                    <a:pt x="452" y="6"/>
                  </a:cubicBezTo>
                  <a:cubicBezTo>
                    <a:pt x="452" y="91"/>
                    <a:pt x="452" y="91"/>
                    <a:pt x="452" y="91"/>
                  </a:cubicBezTo>
                  <a:cubicBezTo>
                    <a:pt x="452" y="94"/>
                    <a:pt x="450" y="97"/>
                    <a:pt x="446" y="97"/>
                  </a:cubicBezTo>
                  <a:close/>
                  <a:moveTo>
                    <a:pt x="12" y="85"/>
                  </a:moveTo>
                  <a:cubicBezTo>
                    <a:pt x="440" y="85"/>
                    <a:pt x="440" y="85"/>
                    <a:pt x="440" y="85"/>
                  </a:cubicBezTo>
                  <a:cubicBezTo>
                    <a:pt x="440" y="12"/>
                    <a:pt x="440" y="12"/>
                    <a:pt x="440" y="12"/>
                  </a:cubicBezTo>
                  <a:cubicBezTo>
                    <a:pt x="12" y="12"/>
                    <a:pt x="12" y="12"/>
                    <a:pt x="12" y="12"/>
                  </a:cubicBezTo>
                  <a:lnTo>
                    <a:pt x="12" y="85"/>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7" name="Rectangle 17"/>
            <p:cNvSpPr>
              <a:spLocks noChangeArrowheads="1"/>
            </p:cNvSpPr>
            <p:nvPr userDrawn="1"/>
          </p:nvSpPr>
          <p:spPr bwMode="auto">
            <a:xfrm>
              <a:off x="2354" y="1869"/>
              <a:ext cx="1049" cy="83"/>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8" name="Freeform 18"/>
            <p:cNvSpPr>
              <a:spLocks noEditPoints="1"/>
            </p:cNvSpPr>
            <p:nvPr userDrawn="1"/>
          </p:nvSpPr>
          <p:spPr bwMode="auto">
            <a:xfrm>
              <a:off x="2340" y="1854"/>
              <a:ext cx="1078" cy="113"/>
            </a:xfrm>
            <a:custGeom>
              <a:avLst/>
              <a:gdLst>
                <a:gd name="T0" fmla="*/ 446 w 452"/>
                <a:gd name="T1" fmla="*/ 47 h 47"/>
                <a:gd name="T2" fmla="*/ 6 w 452"/>
                <a:gd name="T3" fmla="*/ 47 h 47"/>
                <a:gd name="T4" fmla="*/ 0 w 452"/>
                <a:gd name="T5" fmla="*/ 41 h 47"/>
                <a:gd name="T6" fmla="*/ 0 w 452"/>
                <a:gd name="T7" fmla="*/ 6 h 47"/>
                <a:gd name="T8" fmla="*/ 6 w 452"/>
                <a:gd name="T9" fmla="*/ 0 h 47"/>
                <a:gd name="T10" fmla="*/ 446 w 452"/>
                <a:gd name="T11" fmla="*/ 0 h 47"/>
                <a:gd name="T12" fmla="*/ 452 w 452"/>
                <a:gd name="T13" fmla="*/ 6 h 47"/>
                <a:gd name="T14" fmla="*/ 452 w 452"/>
                <a:gd name="T15" fmla="*/ 41 h 47"/>
                <a:gd name="T16" fmla="*/ 446 w 452"/>
                <a:gd name="T17" fmla="*/ 47 h 47"/>
                <a:gd name="T18" fmla="*/ 12 w 452"/>
                <a:gd name="T19" fmla="*/ 35 h 47"/>
                <a:gd name="T20" fmla="*/ 440 w 452"/>
                <a:gd name="T21" fmla="*/ 35 h 47"/>
                <a:gd name="T22" fmla="*/ 440 w 452"/>
                <a:gd name="T23" fmla="*/ 12 h 47"/>
                <a:gd name="T24" fmla="*/ 12 w 452"/>
                <a:gd name="T25" fmla="*/ 12 h 47"/>
                <a:gd name="T26" fmla="*/ 12 w 452"/>
                <a:gd name="T27" fmla="*/ 3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2" h="47">
                  <a:moveTo>
                    <a:pt x="446" y="47"/>
                  </a:moveTo>
                  <a:cubicBezTo>
                    <a:pt x="6" y="47"/>
                    <a:pt x="6" y="47"/>
                    <a:pt x="6" y="47"/>
                  </a:cubicBezTo>
                  <a:cubicBezTo>
                    <a:pt x="2" y="47"/>
                    <a:pt x="0" y="45"/>
                    <a:pt x="0" y="41"/>
                  </a:cubicBezTo>
                  <a:cubicBezTo>
                    <a:pt x="0" y="6"/>
                    <a:pt x="0" y="6"/>
                    <a:pt x="0" y="6"/>
                  </a:cubicBezTo>
                  <a:cubicBezTo>
                    <a:pt x="0" y="3"/>
                    <a:pt x="2" y="0"/>
                    <a:pt x="6" y="0"/>
                  </a:cubicBezTo>
                  <a:cubicBezTo>
                    <a:pt x="446" y="0"/>
                    <a:pt x="446" y="0"/>
                    <a:pt x="446" y="0"/>
                  </a:cubicBezTo>
                  <a:cubicBezTo>
                    <a:pt x="450" y="0"/>
                    <a:pt x="452" y="3"/>
                    <a:pt x="452" y="6"/>
                  </a:cubicBezTo>
                  <a:cubicBezTo>
                    <a:pt x="452" y="41"/>
                    <a:pt x="452" y="41"/>
                    <a:pt x="452" y="41"/>
                  </a:cubicBezTo>
                  <a:cubicBezTo>
                    <a:pt x="452" y="45"/>
                    <a:pt x="450" y="47"/>
                    <a:pt x="446" y="47"/>
                  </a:cubicBezTo>
                  <a:close/>
                  <a:moveTo>
                    <a:pt x="12" y="35"/>
                  </a:moveTo>
                  <a:cubicBezTo>
                    <a:pt x="440" y="35"/>
                    <a:pt x="440" y="35"/>
                    <a:pt x="440" y="35"/>
                  </a:cubicBezTo>
                  <a:cubicBezTo>
                    <a:pt x="440" y="12"/>
                    <a:pt x="440" y="12"/>
                    <a:pt x="440" y="12"/>
                  </a:cubicBezTo>
                  <a:cubicBezTo>
                    <a:pt x="12" y="12"/>
                    <a:pt x="12" y="12"/>
                    <a:pt x="12" y="12"/>
                  </a:cubicBezTo>
                  <a:lnTo>
                    <a:pt x="12" y="35"/>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9" name="Freeform 19"/>
            <p:cNvSpPr/>
            <p:nvPr userDrawn="1"/>
          </p:nvSpPr>
          <p:spPr bwMode="auto">
            <a:xfrm>
              <a:off x="2714" y="1228"/>
              <a:ext cx="215" cy="244"/>
            </a:xfrm>
            <a:custGeom>
              <a:avLst/>
              <a:gdLst>
                <a:gd name="T0" fmla="*/ 0 w 90"/>
                <a:gd name="T1" fmla="*/ 0 h 102"/>
                <a:gd name="T2" fmla="*/ 9 w 90"/>
                <a:gd name="T3" fmla="*/ 61 h 102"/>
                <a:gd name="T4" fmla="*/ 57 w 90"/>
                <a:gd name="T5" fmla="*/ 101 h 102"/>
                <a:gd name="T6" fmla="*/ 78 w 90"/>
                <a:gd name="T7" fmla="*/ 101 h 102"/>
                <a:gd name="T8" fmla="*/ 83 w 90"/>
                <a:gd name="T9" fmla="*/ 81 h 102"/>
                <a:gd name="T10" fmla="*/ 57 w 90"/>
                <a:gd name="T11" fmla="*/ 25 h 102"/>
                <a:gd name="T12" fmla="*/ 0 w 90"/>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0" h="102">
                  <a:moveTo>
                    <a:pt x="0" y="0"/>
                  </a:moveTo>
                  <a:cubicBezTo>
                    <a:pt x="9" y="61"/>
                    <a:pt x="9" y="61"/>
                    <a:pt x="9" y="61"/>
                  </a:cubicBezTo>
                  <a:cubicBezTo>
                    <a:pt x="13" y="85"/>
                    <a:pt x="33" y="102"/>
                    <a:pt x="57" y="101"/>
                  </a:cubicBezTo>
                  <a:cubicBezTo>
                    <a:pt x="78" y="101"/>
                    <a:pt x="78" y="101"/>
                    <a:pt x="78" y="101"/>
                  </a:cubicBezTo>
                  <a:cubicBezTo>
                    <a:pt x="83" y="81"/>
                    <a:pt x="83" y="81"/>
                    <a:pt x="83" y="81"/>
                  </a:cubicBezTo>
                  <a:cubicBezTo>
                    <a:pt x="90" y="58"/>
                    <a:pt x="78" y="34"/>
                    <a:pt x="57" y="25"/>
                  </a:cubicBezTo>
                  <a:lnTo>
                    <a:pt x="0" y="0"/>
                  </a:lnTo>
                  <a:close/>
                </a:path>
              </a:pathLst>
            </a:custGeom>
            <a:solidFill>
              <a:srgbClr val="B4AB8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0" name="Freeform 20"/>
            <p:cNvSpPr>
              <a:spLocks noEditPoints="1"/>
            </p:cNvSpPr>
            <p:nvPr userDrawn="1"/>
          </p:nvSpPr>
          <p:spPr bwMode="auto">
            <a:xfrm>
              <a:off x="2698" y="1213"/>
              <a:ext cx="245" cy="271"/>
            </a:xfrm>
            <a:custGeom>
              <a:avLst/>
              <a:gdLst>
                <a:gd name="T0" fmla="*/ 63 w 103"/>
                <a:gd name="T1" fmla="*/ 113 h 113"/>
                <a:gd name="T2" fmla="*/ 10 w 103"/>
                <a:gd name="T3" fmla="*/ 68 h 113"/>
                <a:gd name="T4" fmla="*/ 1 w 103"/>
                <a:gd name="T5" fmla="*/ 7 h 113"/>
                <a:gd name="T6" fmla="*/ 3 w 103"/>
                <a:gd name="T7" fmla="*/ 1 h 113"/>
                <a:gd name="T8" fmla="*/ 9 w 103"/>
                <a:gd name="T9" fmla="*/ 0 h 113"/>
                <a:gd name="T10" fmla="*/ 66 w 103"/>
                <a:gd name="T11" fmla="*/ 25 h 113"/>
                <a:gd name="T12" fmla="*/ 96 w 103"/>
                <a:gd name="T13" fmla="*/ 88 h 113"/>
                <a:gd name="T14" fmla="*/ 90 w 103"/>
                <a:gd name="T15" fmla="*/ 108 h 113"/>
                <a:gd name="T16" fmla="*/ 85 w 103"/>
                <a:gd name="T17" fmla="*/ 113 h 113"/>
                <a:gd name="T18" fmla="*/ 64 w 103"/>
                <a:gd name="T19" fmla="*/ 113 h 113"/>
                <a:gd name="T20" fmla="*/ 63 w 103"/>
                <a:gd name="T21" fmla="*/ 113 h 113"/>
                <a:gd name="T22" fmla="*/ 85 w 103"/>
                <a:gd name="T23" fmla="*/ 107 h 113"/>
                <a:gd name="T24" fmla="*/ 85 w 103"/>
                <a:gd name="T25" fmla="*/ 107 h 113"/>
                <a:gd name="T26" fmla="*/ 14 w 103"/>
                <a:gd name="T27" fmla="*/ 16 h 113"/>
                <a:gd name="T28" fmla="*/ 22 w 103"/>
                <a:gd name="T29" fmla="*/ 66 h 113"/>
                <a:gd name="T30" fmla="*/ 63 w 103"/>
                <a:gd name="T31" fmla="*/ 101 h 113"/>
                <a:gd name="T32" fmla="*/ 64 w 103"/>
                <a:gd name="T33" fmla="*/ 101 h 113"/>
                <a:gd name="T34" fmla="*/ 80 w 103"/>
                <a:gd name="T35" fmla="*/ 101 h 113"/>
                <a:gd name="T36" fmla="*/ 84 w 103"/>
                <a:gd name="T37" fmla="*/ 85 h 113"/>
                <a:gd name="T38" fmla="*/ 61 w 103"/>
                <a:gd name="T39" fmla="*/ 36 h 113"/>
                <a:gd name="T40" fmla="*/ 14 w 103"/>
                <a:gd name="T41"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3" h="113">
                  <a:moveTo>
                    <a:pt x="63" y="113"/>
                  </a:moveTo>
                  <a:cubicBezTo>
                    <a:pt x="37" y="113"/>
                    <a:pt x="14" y="94"/>
                    <a:pt x="10" y="68"/>
                  </a:cubicBezTo>
                  <a:cubicBezTo>
                    <a:pt x="1" y="7"/>
                    <a:pt x="1" y="7"/>
                    <a:pt x="1" y="7"/>
                  </a:cubicBezTo>
                  <a:cubicBezTo>
                    <a:pt x="0" y="5"/>
                    <a:pt x="1" y="3"/>
                    <a:pt x="3" y="1"/>
                  </a:cubicBezTo>
                  <a:cubicBezTo>
                    <a:pt x="5" y="0"/>
                    <a:pt x="7" y="0"/>
                    <a:pt x="9" y="0"/>
                  </a:cubicBezTo>
                  <a:cubicBezTo>
                    <a:pt x="66" y="25"/>
                    <a:pt x="66" y="25"/>
                    <a:pt x="66" y="25"/>
                  </a:cubicBezTo>
                  <a:cubicBezTo>
                    <a:pt x="90" y="36"/>
                    <a:pt x="103" y="63"/>
                    <a:pt x="96" y="88"/>
                  </a:cubicBezTo>
                  <a:cubicBezTo>
                    <a:pt x="90" y="108"/>
                    <a:pt x="90" y="108"/>
                    <a:pt x="90" y="108"/>
                  </a:cubicBezTo>
                  <a:cubicBezTo>
                    <a:pt x="90" y="111"/>
                    <a:pt x="87" y="113"/>
                    <a:pt x="85" y="113"/>
                  </a:cubicBezTo>
                  <a:cubicBezTo>
                    <a:pt x="64" y="113"/>
                    <a:pt x="64" y="113"/>
                    <a:pt x="64" y="113"/>
                  </a:cubicBezTo>
                  <a:cubicBezTo>
                    <a:pt x="63" y="113"/>
                    <a:pt x="63" y="113"/>
                    <a:pt x="63" y="113"/>
                  </a:cubicBezTo>
                  <a:close/>
                  <a:moveTo>
                    <a:pt x="85" y="107"/>
                  </a:moveTo>
                  <a:cubicBezTo>
                    <a:pt x="85" y="107"/>
                    <a:pt x="85" y="107"/>
                    <a:pt x="85" y="107"/>
                  </a:cubicBezTo>
                  <a:close/>
                  <a:moveTo>
                    <a:pt x="14" y="16"/>
                  </a:moveTo>
                  <a:cubicBezTo>
                    <a:pt x="22" y="66"/>
                    <a:pt x="22" y="66"/>
                    <a:pt x="22" y="66"/>
                  </a:cubicBezTo>
                  <a:cubicBezTo>
                    <a:pt x="25" y="86"/>
                    <a:pt x="43" y="101"/>
                    <a:pt x="63" y="101"/>
                  </a:cubicBezTo>
                  <a:cubicBezTo>
                    <a:pt x="63" y="101"/>
                    <a:pt x="63" y="101"/>
                    <a:pt x="64" y="101"/>
                  </a:cubicBezTo>
                  <a:cubicBezTo>
                    <a:pt x="80" y="101"/>
                    <a:pt x="80" y="101"/>
                    <a:pt x="80" y="101"/>
                  </a:cubicBezTo>
                  <a:cubicBezTo>
                    <a:pt x="84" y="85"/>
                    <a:pt x="84" y="85"/>
                    <a:pt x="84" y="85"/>
                  </a:cubicBezTo>
                  <a:cubicBezTo>
                    <a:pt x="90" y="65"/>
                    <a:pt x="80" y="44"/>
                    <a:pt x="61" y="36"/>
                  </a:cubicBezTo>
                  <a:lnTo>
                    <a:pt x="14" y="16"/>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1" name="Freeform 21"/>
            <p:cNvSpPr/>
            <p:nvPr userDrawn="1"/>
          </p:nvSpPr>
          <p:spPr bwMode="auto">
            <a:xfrm>
              <a:off x="2812" y="1359"/>
              <a:ext cx="103" cy="125"/>
            </a:xfrm>
            <a:custGeom>
              <a:avLst/>
              <a:gdLst>
                <a:gd name="T0" fmla="*/ 37 w 43"/>
                <a:gd name="T1" fmla="*/ 52 h 52"/>
                <a:gd name="T2" fmla="*/ 32 w 43"/>
                <a:gd name="T3" fmla="*/ 49 h 52"/>
                <a:gd name="T4" fmla="*/ 2 w 43"/>
                <a:gd name="T5" fmla="*/ 10 h 52"/>
                <a:gd name="T6" fmla="*/ 3 w 43"/>
                <a:gd name="T7" fmla="*/ 2 h 52"/>
                <a:gd name="T8" fmla="*/ 11 w 43"/>
                <a:gd name="T9" fmla="*/ 3 h 52"/>
                <a:gd name="T10" fmla="*/ 41 w 43"/>
                <a:gd name="T11" fmla="*/ 42 h 52"/>
                <a:gd name="T12" fmla="*/ 40 w 43"/>
                <a:gd name="T13" fmla="*/ 50 h 52"/>
                <a:gd name="T14" fmla="*/ 37 w 43"/>
                <a:gd name="T15" fmla="*/ 52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52">
                  <a:moveTo>
                    <a:pt x="37" y="52"/>
                  </a:moveTo>
                  <a:cubicBezTo>
                    <a:pt x="35" y="52"/>
                    <a:pt x="33" y="51"/>
                    <a:pt x="32" y="49"/>
                  </a:cubicBezTo>
                  <a:cubicBezTo>
                    <a:pt x="2" y="10"/>
                    <a:pt x="2" y="10"/>
                    <a:pt x="2" y="10"/>
                  </a:cubicBezTo>
                  <a:cubicBezTo>
                    <a:pt x="0" y="8"/>
                    <a:pt x="0" y="4"/>
                    <a:pt x="3" y="2"/>
                  </a:cubicBezTo>
                  <a:cubicBezTo>
                    <a:pt x="5" y="0"/>
                    <a:pt x="9" y="0"/>
                    <a:pt x="11" y="3"/>
                  </a:cubicBezTo>
                  <a:cubicBezTo>
                    <a:pt x="41" y="42"/>
                    <a:pt x="41" y="42"/>
                    <a:pt x="41" y="42"/>
                  </a:cubicBezTo>
                  <a:cubicBezTo>
                    <a:pt x="43" y="45"/>
                    <a:pt x="43" y="48"/>
                    <a:pt x="40" y="50"/>
                  </a:cubicBezTo>
                  <a:cubicBezTo>
                    <a:pt x="39" y="51"/>
                    <a:pt x="38" y="52"/>
                    <a:pt x="37" y="52"/>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2" name="Freeform 22"/>
            <p:cNvSpPr/>
            <p:nvPr userDrawn="1"/>
          </p:nvSpPr>
          <p:spPr bwMode="auto">
            <a:xfrm>
              <a:off x="2736" y="1450"/>
              <a:ext cx="381" cy="354"/>
            </a:xfrm>
            <a:custGeom>
              <a:avLst/>
              <a:gdLst>
                <a:gd name="T0" fmla="*/ 0 w 160"/>
                <a:gd name="T1" fmla="*/ 47 h 148"/>
                <a:gd name="T2" fmla="*/ 80 w 160"/>
                <a:gd name="T3" fmla="*/ 0 h 148"/>
                <a:gd name="T4" fmla="*/ 160 w 160"/>
                <a:gd name="T5" fmla="*/ 47 h 148"/>
                <a:gd name="T6" fmla="*/ 101 w 160"/>
                <a:gd name="T7" fmla="*/ 146 h 148"/>
                <a:gd name="T8" fmla="*/ 80 w 160"/>
                <a:gd name="T9" fmla="*/ 140 h 148"/>
                <a:gd name="T10" fmla="*/ 60 w 160"/>
                <a:gd name="T11" fmla="*/ 146 h 148"/>
                <a:gd name="T12" fmla="*/ 0 w 160"/>
                <a:gd name="T13" fmla="*/ 47 h 148"/>
              </a:gdLst>
              <a:ahLst/>
              <a:cxnLst>
                <a:cxn ang="0">
                  <a:pos x="T0" y="T1"/>
                </a:cxn>
                <a:cxn ang="0">
                  <a:pos x="T2" y="T3"/>
                </a:cxn>
                <a:cxn ang="0">
                  <a:pos x="T4" y="T5"/>
                </a:cxn>
                <a:cxn ang="0">
                  <a:pos x="T6" y="T7"/>
                </a:cxn>
                <a:cxn ang="0">
                  <a:pos x="T8" y="T9"/>
                </a:cxn>
                <a:cxn ang="0">
                  <a:pos x="T10" y="T11"/>
                </a:cxn>
                <a:cxn ang="0">
                  <a:pos x="T12" y="T13"/>
                </a:cxn>
              </a:cxnLst>
              <a:rect l="0" t="0" r="r" b="b"/>
              <a:pathLst>
                <a:path w="160" h="148">
                  <a:moveTo>
                    <a:pt x="0" y="47"/>
                  </a:moveTo>
                  <a:cubicBezTo>
                    <a:pt x="0" y="3"/>
                    <a:pt x="36" y="0"/>
                    <a:pt x="80" y="0"/>
                  </a:cubicBezTo>
                  <a:cubicBezTo>
                    <a:pt x="124" y="0"/>
                    <a:pt x="160" y="3"/>
                    <a:pt x="160" y="47"/>
                  </a:cubicBezTo>
                  <a:cubicBezTo>
                    <a:pt x="160" y="84"/>
                    <a:pt x="135" y="137"/>
                    <a:pt x="101" y="146"/>
                  </a:cubicBezTo>
                  <a:cubicBezTo>
                    <a:pt x="94" y="148"/>
                    <a:pt x="87" y="140"/>
                    <a:pt x="80" y="140"/>
                  </a:cubicBezTo>
                  <a:cubicBezTo>
                    <a:pt x="73" y="140"/>
                    <a:pt x="66" y="148"/>
                    <a:pt x="60" y="146"/>
                  </a:cubicBezTo>
                  <a:cubicBezTo>
                    <a:pt x="25" y="137"/>
                    <a:pt x="0" y="84"/>
                    <a:pt x="0" y="47"/>
                  </a:cubicBezTo>
                  <a:close/>
                </a:path>
              </a:pathLst>
            </a:custGeom>
            <a:solidFill>
              <a:srgbClr val="D268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3" name="Freeform 23"/>
            <p:cNvSpPr>
              <a:spLocks noEditPoints="1"/>
            </p:cNvSpPr>
            <p:nvPr userDrawn="1"/>
          </p:nvSpPr>
          <p:spPr bwMode="auto">
            <a:xfrm>
              <a:off x="2721" y="1436"/>
              <a:ext cx="411" cy="380"/>
            </a:xfrm>
            <a:custGeom>
              <a:avLst/>
              <a:gdLst>
                <a:gd name="T0" fmla="*/ 68 w 172"/>
                <a:gd name="T1" fmla="*/ 158 h 159"/>
                <a:gd name="T2" fmla="*/ 64 w 172"/>
                <a:gd name="T3" fmla="*/ 158 h 159"/>
                <a:gd name="T4" fmla="*/ 0 w 172"/>
                <a:gd name="T5" fmla="*/ 53 h 159"/>
                <a:gd name="T6" fmla="*/ 86 w 172"/>
                <a:gd name="T7" fmla="*/ 0 h 159"/>
                <a:gd name="T8" fmla="*/ 172 w 172"/>
                <a:gd name="T9" fmla="*/ 53 h 159"/>
                <a:gd name="T10" fmla="*/ 108 w 172"/>
                <a:gd name="T11" fmla="*/ 158 h 159"/>
                <a:gd name="T12" fmla="*/ 93 w 172"/>
                <a:gd name="T13" fmla="*/ 154 h 159"/>
                <a:gd name="T14" fmla="*/ 86 w 172"/>
                <a:gd name="T15" fmla="*/ 152 h 159"/>
                <a:gd name="T16" fmla="*/ 79 w 172"/>
                <a:gd name="T17" fmla="*/ 154 h 159"/>
                <a:gd name="T18" fmla="*/ 68 w 172"/>
                <a:gd name="T19" fmla="*/ 158 h 159"/>
                <a:gd name="T20" fmla="*/ 86 w 172"/>
                <a:gd name="T21" fmla="*/ 12 h 159"/>
                <a:gd name="T22" fmla="*/ 12 w 172"/>
                <a:gd name="T23" fmla="*/ 53 h 159"/>
                <a:gd name="T24" fmla="*/ 67 w 172"/>
                <a:gd name="T25" fmla="*/ 146 h 159"/>
                <a:gd name="T26" fmla="*/ 74 w 172"/>
                <a:gd name="T27" fmla="*/ 144 h 159"/>
                <a:gd name="T28" fmla="*/ 86 w 172"/>
                <a:gd name="T29" fmla="*/ 140 h 159"/>
                <a:gd name="T30" fmla="*/ 99 w 172"/>
                <a:gd name="T31" fmla="*/ 144 h 159"/>
                <a:gd name="T32" fmla="*/ 105 w 172"/>
                <a:gd name="T33" fmla="*/ 146 h 159"/>
                <a:gd name="T34" fmla="*/ 160 w 172"/>
                <a:gd name="T35" fmla="*/ 53 h 159"/>
                <a:gd name="T36" fmla="*/ 86 w 172"/>
                <a:gd name="T37" fmla="*/ 12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159">
                  <a:moveTo>
                    <a:pt x="68" y="158"/>
                  </a:moveTo>
                  <a:cubicBezTo>
                    <a:pt x="67" y="158"/>
                    <a:pt x="65" y="158"/>
                    <a:pt x="64" y="158"/>
                  </a:cubicBezTo>
                  <a:cubicBezTo>
                    <a:pt x="28" y="148"/>
                    <a:pt x="0" y="94"/>
                    <a:pt x="0" y="53"/>
                  </a:cubicBezTo>
                  <a:cubicBezTo>
                    <a:pt x="0" y="0"/>
                    <a:pt x="48" y="0"/>
                    <a:pt x="86" y="0"/>
                  </a:cubicBezTo>
                  <a:cubicBezTo>
                    <a:pt x="124" y="0"/>
                    <a:pt x="172" y="0"/>
                    <a:pt x="172" y="53"/>
                  </a:cubicBezTo>
                  <a:cubicBezTo>
                    <a:pt x="172" y="93"/>
                    <a:pt x="144" y="148"/>
                    <a:pt x="108" y="158"/>
                  </a:cubicBezTo>
                  <a:cubicBezTo>
                    <a:pt x="103" y="159"/>
                    <a:pt x="97" y="156"/>
                    <a:pt x="93" y="154"/>
                  </a:cubicBezTo>
                  <a:cubicBezTo>
                    <a:pt x="90" y="153"/>
                    <a:pt x="88" y="152"/>
                    <a:pt x="86" y="152"/>
                  </a:cubicBezTo>
                  <a:cubicBezTo>
                    <a:pt x="84" y="152"/>
                    <a:pt x="82" y="153"/>
                    <a:pt x="79" y="154"/>
                  </a:cubicBezTo>
                  <a:cubicBezTo>
                    <a:pt x="76" y="156"/>
                    <a:pt x="72" y="158"/>
                    <a:pt x="68" y="158"/>
                  </a:cubicBezTo>
                  <a:close/>
                  <a:moveTo>
                    <a:pt x="86" y="12"/>
                  </a:moveTo>
                  <a:cubicBezTo>
                    <a:pt x="41" y="12"/>
                    <a:pt x="12" y="15"/>
                    <a:pt x="12" y="53"/>
                  </a:cubicBezTo>
                  <a:cubicBezTo>
                    <a:pt x="12" y="89"/>
                    <a:pt x="37" y="138"/>
                    <a:pt x="67" y="146"/>
                  </a:cubicBezTo>
                  <a:cubicBezTo>
                    <a:pt x="69" y="147"/>
                    <a:pt x="71" y="145"/>
                    <a:pt x="74" y="144"/>
                  </a:cubicBezTo>
                  <a:cubicBezTo>
                    <a:pt x="77" y="142"/>
                    <a:pt x="81" y="140"/>
                    <a:pt x="86" y="140"/>
                  </a:cubicBezTo>
                  <a:cubicBezTo>
                    <a:pt x="91" y="140"/>
                    <a:pt x="95" y="142"/>
                    <a:pt x="99" y="144"/>
                  </a:cubicBezTo>
                  <a:cubicBezTo>
                    <a:pt x="101" y="145"/>
                    <a:pt x="104" y="146"/>
                    <a:pt x="105" y="146"/>
                  </a:cubicBezTo>
                  <a:cubicBezTo>
                    <a:pt x="136" y="138"/>
                    <a:pt x="160" y="88"/>
                    <a:pt x="160" y="53"/>
                  </a:cubicBezTo>
                  <a:cubicBezTo>
                    <a:pt x="160" y="15"/>
                    <a:pt x="131" y="12"/>
                    <a:pt x="86" y="12"/>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4" name="Freeform 24"/>
            <p:cNvSpPr/>
            <p:nvPr userDrawn="1"/>
          </p:nvSpPr>
          <p:spPr bwMode="auto">
            <a:xfrm>
              <a:off x="2917" y="1311"/>
              <a:ext cx="55" cy="139"/>
            </a:xfrm>
            <a:custGeom>
              <a:avLst/>
              <a:gdLst>
                <a:gd name="T0" fmla="*/ 4 w 23"/>
                <a:gd name="T1" fmla="*/ 58 h 58"/>
                <a:gd name="T2" fmla="*/ 23 w 23"/>
                <a:gd name="T3" fmla="*/ 0 h 58"/>
              </a:gdLst>
              <a:ahLst/>
              <a:cxnLst>
                <a:cxn ang="0">
                  <a:pos x="T0" y="T1"/>
                </a:cxn>
                <a:cxn ang="0">
                  <a:pos x="T2" y="T3"/>
                </a:cxn>
              </a:cxnLst>
              <a:rect l="0" t="0" r="r" b="b"/>
              <a:pathLst>
                <a:path w="23" h="58">
                  <a:moveTo>
                    <a:pt x="4" y="58"/>
                  </a:moveTo>
                  <a:cubicBezTo>
                    <a:pt x="4" y="58"/>
                    <a:pt x="0" y="22"/>
                    <a:pt x="23" y="0"/>
                  </a:cubicBezTo>
                </a:path>
              </a:pathLst>
            </a:custGeom>
            <a:solidFill>
              <a:srgbClr val="D268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5" name="Freeform 25"/>
            <p:cNvSpPr/>
            <p:nvPr userDrawn="1"/>
          </p:nvSpPr>
          <p:spPr bwMode="auto">
            <a:xfrm>
              <a:off x="2910" y="1276"/>
              <a:ext cx="98" cy="189"/>
            </a:xfrm>
            <a:custGeom>
              <a:avLst/>
              <a:gdLst>
                <a:gd name="T0" fmla="*/ 1 w 41"/>
                <a:gd name="T1" fmla="*/ 74 h 79"/>
                <a:gd name="T2" fmla="*/ 1 w 41"/>
                <a:gd name="T3" fmla="*/ 73 h 79"/>
                <a:gd name="T4" fmla="*/ 1 w 41"/>
                <a:gd name="T5" fmla="*/ 71 h 79"/>
                <a:gd name="T6" fmla="*/ 0 w 41"/>
                <a:gd name="T7" fmla="*/ 63 h 79"/>
                <a:gd name="T8" fmla="*/ 0 w 41"/>
                <a:gd name="T9" fmla="*/ 52 h 79"/>
                <a:gd name="T10" fmla="*/ 1 w 41"/>
                <a:gd name="T11" fmla="*/ 46 h 79"/>
                <a:gd name="T12" fmla="*/ 2 w 41"/>
                <a:gd name="T13" fmla="*/ 39 h 79"/>
                <a:gd name="T14" fmla="*/ 4 w 41"/>
                <a:gd name="T15" fmla="*/ 33 h 79"/>
                <a:gd name="T16" fmla="*/ 6 w 41"/>
                <a:gd name="T17" fmla="*/ 27 h 79"/>
                <a:gd name="T18" fmla="*/ 8 w 41"/>
                <a:gd name="T19" fmla="*/ 21 h 79"/>
                <a:gd name="T20" fmla="*/ 11 w 41"/>
                <a:gd name="T21" fmla="*/ 16 h 79"/>
                <a:gd name="T22" fmla="*/ 13 w 41"/>
                <a:gd name="T23" fmla="*/ 12 h 79"/>
                <a:gd name="T24" fmla="*/ 16 w 41"/>
                <a:gd name="T25" fmla="*/ 9 h 79"/>
                <a:gd name="T26" fmla="*/ 18 w 41"/>
                <a:gd name="T27" fmla="*/ 6 h 79"/>
                <a:gd name="T28" fmla="*/ 34 w 41"/>
                <a:gd name="T29" fmla="*/ 4 h 79"/>
                <a:gd name="T30" fmla="*/ 36 w 41"/>
                <a:gd name="T31" fmla="*/ 21 h 79"/>
                <a:gd name="T32" fmla="*/ 35 w 41"/>
                <a:gd name="T33" fmla="*/ 22 h 79"/>
                <a:gd name="T34" fmla="*/ 34 w 41"/>
                <a:gd name="T35" fmla="*/ 23 h 79"/>
                <a:gd name="T36" fmla="*/ 33 w 41"/>
                <a:gd name="T37" fmla="*/ 25 h 79"/>
                <a:gd name="T38" fmla="*/ 31 w 41"/>
                <a:gd name="T39" fmla="*/ 26 h 79"/>
                <a:gd name="T40" fmla="*/ 29 w 41"/>
                <a:gd name="T41" fmla="*/ 29 h 79"/>
                <a:gd name="T42" fmla="*/ 26 w 41"/>
                <a:gd name="T43" fmla="*/ 32 h 79"/>
                <a:gd name="T44" fmla="*/ 24 w 41"/>
                <a:gd name="T45" fmla="*/ 35 h 79"/>
                <a:gd name="T46" fmla="*/ 21 w 41"/>
                <a:gd name="T47" fmla="*/ 40 h 79"/>
                <a:gd name="T48" fmla="*/ 19 w 41"/>
                <a:gd name="T49" fmla="*/ 44 h 79"/>
                <a:gd name="T50" fmla="*/ 17 w 41"/>
                <a:gd name="T51" fmla="*/ 49 h 79"/>
                <a:gd name="T52" fmla="*/ 16 w 41"/>
                <a:gd name="T53" fmla="*/ 54 h 79"/>
                <a:gd name="T54" fmla="*/ 14 w 41"/>
                <a:gd name="T55" fmla="*/ 63 h 79"/>
                <a:gd name="T56" fmla="*/ 13 w 41"/>
                <a:gd name="T57" fmla="*/ 70 h 79"/>
                <a:gd name="T58" fmla="*/ 13 w 41"/>
                <a:gd name="T59" fmla="*/ 72 h 79"/>
                <a:gd name="T60" fmla="*/ 13 w 41"/>
                <a:gd name="T61" fmla="*/ 72 h 79"/>
                <a:gd name="T62" fmla="*/ 13 w 41"/>
                <a:gd name="T63" fmla="*/ 73 h 79"/>
                <a:gd name="T64" fmla="*/ 7 w 41"/>
                <a:gd name="T65" fmla="*/ 79 h 79"/>
                <a:gd name="T66" fmla="*/ 1 w 41"/>
                <a:gd name="T67" fmla="*/ 7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 h="79">
                  <a:moveTo>
                    <a:pt x="1" y="74"/>
                  </a:moveTo>
                  <a:cubicBezTo>
                    <a:pt x="1" y="74"/>
                    <a:pt x="1" y="73"/>
                    <a:pt x="1" y="73"/>
                  </a:cubicBezTo>
                  <a:cubicBezTo>
                    <a:pt x="1" y="72"/>
                    <a:pt x="1" y="71"/>
                    <a:pt x="1" y="71"/>
                  </a:cubicBezTo>
                  <a:cubicBezTo>
                    <a:pt x="0" y="69"/>
                    <a:pt x="0" y="66"/>
                    <a:pt x="0" y="63"/>
                  </a:cubicBezTo>
                  <a:cubicBezTo>
                    <a:pt x="0" y="60"/>
                    <a:pt x="0" y="56"/>
                    <a:pt x="0" y="52"/>
                  </a:cubicBezTo>
                  <a:cubicBezTo>
                    <a:pt x="0" y="50"/>
                    <a:pt x="1" y="48"/>
                    <a:pt x="1" y="46"/>
                  </a:cubicBezTo>
                  <a:cubicBezTo>
                    <a:pt x="1" y="44"/>
                    <a:pt x="1" y="41"/>
                    <a:pt x="2" y="39"/>
                  </a:cubicBezTo>
                  <a:cubicBezTo>
                    <a:pt x="2" y="37"/>
                    <a:pt x="3" y="35"/>
                    <a:pt x="4" y="33"/>
                  </a:cubicBezTo>
                  <a:cubicBezTo>
                    <a:pt x="4" y="31"/>
                    <a:pt x="5" y="29"/>
                    <a:pt x="6" y="27"/>
                  </a:cubicBezTo>
                  <a:cubicBezTo>
                    <a:pt x="6" y="25"/>
                    <a:pt x="7" y="23"/>
                    <a:pt x="8" y="21"/>
                  </a:cubicBezTo>
                  <a:cubicBezTo>
                    <a:pt x="9" y="19"/>
                    <a:pt x="10" y="18"/>
                    <a:pt x="11" y="16"/>
                  </a:cubicBezTo>
                  <a:cubicBezTo>
                    <a:pt x="12" y="15"/>
                    <a:pt x="13" y="13"/>
                    <a:pt x="13" y="12"/>
                  </a:cubicBezTo>
                  <a:cubicBezTo>
                    <a:pt x="14" y="11"/>
                    <a:pt x="15" y="10"/>
                    <a:pt x="16" y="9"/>
                  </a:cubicBezTo>
                  <a:cubicBezTo>
                    <a:pt x="17" y="7"/>
                    <a:pt x="18" y="6"/>
                    <a:pt x="18" y="6"/>
                  </a:cubicBezTo>
                  <a:cubicBezTo>
                    <a:pt x="22" y="1"/>
                    <a:pt x="29" y="0"/>
                    <a:pt x="34" y="4"/>
                  </a:cubicBezTo>
                  <a:cubicBezTo>
                    <a:pt x="40" y="8"/>
                    <a:pt x="41" y="16"/>
                    <a:pt x="36" y="21"/>
                  </a:cubicBezTo>
                  <a:cubicBezTo>
                    <a:pt x="36" y="22"/>
                    <a:pt x="36" y="22"/>
                    <a:pt x="35" y="22"/>
                  </a:cubicBezTo>
                  <a:cubicBezTo>
                    <a:pt x="34" y="23"/>
                    <a:pt x="34" y="23"/>
                    <a:pt x="34" y="23"/>
                  </a:cubicBezTo>
                  <a:cubicBezTo>
                    <a:pt x="34" y="23"/>
                    <a:pt x="34" y="24"/>
                    <a:pt x="33" y="25"/>
                  </a:cubicBezTo>
                  <a:cubicBezTo>
                    <a:pt x="32" y="25"/>
                    <a:pt x="32" y="26"/>
                    <a:pt x="31" y="26"/>
                  </a:cubicBezTo>
                  <a:cubicBezTo>
                    <a:pt x="30" y="27"/>
                    <a:pt x="30" y="28"/>
                    <a:pt x="29" y="29"/>
                  </a:cubicBezTo>
                  <a:cubicBezTo>
                    <a:pt x="28" y="29"/>
                    <a:pt x="27" y="31"/>
                    <a:pt x="26" y="32"/>
                  </a:cubicBezTo>
                  <a:cubicBezTo>
                    <a:pt x="25" y="33"/>
                    <a:pt x="24" y="34"/>
                    <a:pt x="24" y="35"/>
                  </a:cubicBezTo>
                  <a:cubicBezTo>
                    <a:pt x="23" y="37"/>
                    <a:pt x="22" y="38"/>
                    <a:pt x="21" y="40"/>
                  </a:cubicBezTo>
                  <a:cubicBezTo>
                    <a:pt x="20" y="41"/>
                    <a:pt x="20" y="43"/>
                    <a:pt x="19" y="44"/>
                  </a:cubicBezTo>
                  <a:cubicBezTo>
                    <a:pt x="18" y="46"/>
                    <a:pt x="18" y="48"/>
                    <a:pt x="17" y="49"/>
                  </a:cubicBezTo>
                  <a:cubicBezTo>
                    <a:pt x="17" y="51"/>
                    <a:pt x="16" y="53"/>
                    <a:pt x="16" y="54"/>
                  </a:cubicBezTo>
                  <a:cubicBezTo>
                    <a:pt x="15" y="58"/>
                    <a:pt x="14" y="61"/>
                    <a:pt x="14" y="63"/>
                  </a:cubicBezTo>
                  <a:cubicBezTo>
                    <a:pt x="13" y="66"/>
                    <a:pt x="13" y="68"/>
                    <a:pt x="13" y="70"/>
                  </a:cubicBezTo>
                  <a:cubicBezTo>
                    <a:pt x="13" y="71"/>
                    <a:pt x="13" y="71"/>
                    <a:pt x="13" y="72"/>
                  </a:cubicBezTo>
                  <a:cubicBezTo>
                    <a:pt x="13" y="72"/>
                    <a:pt x="13" y="72"/>
                    <a:pt x="13" y="72"/>
                  </a:cubicBezTo>
                  <a:cubicBezTo>
                    <a:pt x="13" y="73"/>
                    <a:pt x="13" y="73"/>
                    <a:pt x="13" y="73"/>
                  </a:cubicBezTo>
                  <a:cubicBezTo>
                    <a:pt x="13" y="76"/>
                    <a:pt x="10" y="79"/>
                    <a:pt x="7" y="79"/>
                  </a:cubicBezTo>
                  <a:cubicBezTo>
                    <a:pt x="4" y="79"/>
                    <a:pt x="1" y="76"/>
                    <a:pt x="1" y="74"/>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grpSp>
      <p:sp>
        <p:nvSpPr>
          <p:cNvPr id="23" name="图片占位符 22"/>
          <p:cNvSpPr>
            <a:spLocks noGrp="1"/>
          </p:cNvSpPr>
          <p:nvPr>
            <p:ph type="pic" sz="quarter" idx="10"/>
          </p:nvPr>
        </p:nvSpPr>
        <p:spPr>
          <a:xfrm>
            <a:off x="629509" y="1140849"/>
            <a:ext cx="1843726" cy="1843726"/>
          </a:xfrm>
          <a:prstGeom prst="roundRect">
            <a:avLst/>
          </a:prstGeom>
          <a:ln w="19050">
            <a:solidFill>
              <a:srgbClr val="87747E"/>
            </a:solidFill>
          </a:ln>
        </p:spPr>
        <p:txBody>
          <a:bodyPr/>
          <a:lstStyle/>
          <a:p>
            <a:endParaRPr lang="zh-CN" altLang="en-US"/>
          </a:p>
        </p:txBody>
      </p:sp>
      <p:sp>
        <p:nvSpPr>
          <p:cNvPr id="24" name="矩形: 圆角 23"/>
          <p:cNvSpPr/>
          <p:nvPr userDrawn="1"/>
        </p:nvSpPr>
        <p:spPr>
          <a:xfrm>
            <a:off x="2637226" y="1141112"/>
            <a:ext cx="1843200" cy="1843200"/>
          </a:xfrm>
          <a:prstGeom prst="roundRect">
            <a:avLst/>
          </a:prstGeom>
          <a:solidFill>
            <a:srgbClr val="D26859"/>
          </a:solidFill>
          <a:ln w="19050">
            <a:solidFill>
              <a:srgbClr val="87747E"/>
            </a:solidFill>
          </a:ln>
        </p:spPr>
        <p:txBody>
          <a:bodyPr vert="horz" lIns="91440" tIns="45720" rIns="91440" bIns="45720" rtlCol="0">
            <a:normAutofit/>
          </a:bodyPr>
          <a:lstStyle/>
          <a:p>
            <a:pPr marL="171450" lvl="0" indent="-171450" defTabSz="685800">
              <a:lnSpc>
                <a:spcPct val="90000"/>
              </a:lnSpc>
              <a:spcBef>
                <a:spcPts val="750"/>
              </a:spcBef>
              <a:buFont typeface="Open Sans" panose="020B0606030504020204" charset="0"/>
              <a:buChar char="•"/>
            </a:pPr>
            <a:endParaRPr lang="zh-CN" altLang="en-US" sz="2100">
              <a:solidFill>
                <a:schemeClr val="tx1"/>
              </a:solidFill>
              <a:cs typeface="Open Sans" panose="020B0606030504020204" charset="0"/>
            </a:endParaRPr>
          </a:p>
        </p:txBody>
      </p:sp>
      <p:sp>
        <p:nvSpPr>
          <p:cNvPr id="40" name="图片占位符 22"/>
          <p:cNvSpPr>
            <a:spLocks noGrp="1"/>
          </p:cNvSpPr>
          <p:nvPr>
            <p:ph type="pic" sz="quarter" idx="11"/>
          </p:nvPr>
        </p:nvSpPr>
        <p:spPr>
          <a:xfrm>
            <a:off x="4644417" y="1149238"/>
            <a:ext cx="1843726" cy="1843726"/>
          </a:xfrm>
          <a:prstGeom prst="roundRect">
            <a:avLst/>
          </a:prstGeom>
          <a:ln w="19050">
            <a:solidFill>
              <a:srgbClr val="87747E"/>
            </a:solidFill>
          </a:ln>
        </p:spPr>
        <p:txBody>
          <a:bodyPr/>
          <a:lstStyle/>
          <a:p>
            <a:endParaRPr lang="zh-CN" altLang="en-US"/>
          </a:p>
        </p:txBody>
      </p:sp>
      <p:sp>
        <p:nvSpPr>
          <p:cNvPr id="41" name="矩形: 圆角 40"/>
          <p:cNvSpPr/>
          <p:nvPr userDrawn="1"/>
        </p:nvSpPr>
        <p:spPr>
          <a:xfrm>
            <a:off x="6652135" y="1149501"/>
            <a:ext cx="1843200" cy="1843200"/>
          </a:xfrm>
          <a:prstGeom prst="roundRect">
            <a:avLst/>
          </a:prstGeom>
          <a:solidFill>
            <a:srgbClr val="B4AB8E"/>
          </a:solidFill>
          <a:ln w="19050">
            <a:solidFill>
              <a:srgbClr val="87747E"/>
            </a:solidFill>
          </a:ln>
        </p:spPr>
        <p:txBody>
          <a:bodyPr vert="horz" lIns="91440" tIns="45720" rIns="91440" bIns="45720" rtlCol="0">
            <a:normAutofit/>
          </a:bodyPr>
          <a:lstStyle/>
          <a:p>
            <a:pPr marL="171450" lvl="0" indent="-171450" defTabSz="685800">
              <a:lnSpc>
                <a:spcPct val="90000"/>
              </a:lnSpc>
              <a:spcBef>
                <a:spcPts val="750"/>
              </a:spcBef>
              <a:buFont typeface="Open Sans" panose="020B0606030504020204" charset="0"/>
              <a:buChar char="•"/>
            </a:pPr>
            <a:endParaRPr lang="zh-CN" altLang="en-US" sz="2100">
              <a:solidFill>
                <a:schemeClr val="tx1"/>
              </a:solidFill>
              <a:cs typeface="Open Sans" panose="020B060603050402020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grpSp>
        <p:nvGrpSpPr>
          <p:cNvPr id="4" name="Group 37"/>
          <p:cNvGrpSpPr>
            <a:grpSpLocks noChangeAspect="1"/>
          </p:cNvGrpSpPr>
          <p:nvPr userDrawn="1"/>
        </p:nvGrpSpPr>
        <p:grpSpPr bwMode="auto">
          <a:xfrm>
            <a:off x="7481394" y="4459570"/>
            <a:ext cx="1460996" cy="674407"/>
            <a:chOff x="4513" y="2717"/>
            <a:chExt cx="1120" cy="517"/>
          </a:xfrm>
        </p:grpSpPr>
        <p:sp>
          <p:nvSpPr>
            <p:cNvPr id="5" name="Freeform 38"/>
            <p:cNvSpPr/>
            <p:nvPr/>
          </p:nvSpPr>
          <p:spPr bwMode="auto">
            <a:xfrm>
              <a:off x="5216" y="2717"/>
              <a:ext cx="95" cy="451"/>
            </a:xfrm>
            <a:custGeom>
              <a:avLst/>
              <a:gdLst>
                <a:gd name="T0" fmla="*/ 39 w 78"/>
                <a:gd name="T1" fmla="*/ 0 h 369"/>
                <a:gd name="T2" fmla="*/ 9 w 78"/>
                <a:gd name="T3" fmla="*/ 305 h 369"/>
                <a:gd name="T4" fmla="*/ 39 w 78"/>
                <a:gd name="T5" fmla="*/ 369 h 369"/>
                <a:gd name="T6" fmla="*/ 69 w 78"/>
                <a:gd name="T7" fmla="*/ 305 h 369"/>
                <a:gd name="T8" fmla="*/ 39 w 78"/>
                <a:gd name="T9" fmla="*/ 0 h 369"/>
              </a:gdLst>
              <a:ahLst/>
              <a:cxnLst>
                <a:cxn ang="0">
                  <a:pos x="T0" y="T1"/>
                </a:cxn>
                <a:cxn ang="0">
                  <a:pos x="T2" y="T3"/>
                </a:cxn>
                <a:cxn ang="0">
                  <a:pos x="T4" y="T5"/>
                </a:cxn>
                <a:cxn ang="0">
                  <a:pos x="T6" y="T7"/>
                </a:cxn>
                <a:cxn ang="0">
                  <a:pos x="T8" y="T9"/>
                </a:cxn>
              </a:cxnLst>
              <a:rect l="0" t="0" r="r" b="b"/>
              <a:pathLst>
                <a:path w="78" h="369">
                  <a:moveTo>
                    <a:pt x="39" y="0"/>
                  </a:moveTo>
                  <a:cubicBezTo>
                    <a:pt x="10" y="77"/>
                    <a:pt x="0" y="272"/>
                    <a:pt x="9" y="305"/>
                  </a:cubicBezTo>
                  <a:cubicBezTo>
                    <a:pt x="19" y="338"/>
                    <a:pt x="39" y="369"/>
                    <a:pt x="39" y="369"/>
                  </a:cubicBezTo>
                  <a:cubicBezTo>
                    <a:pt x="39" y="369"/>
                    <a:pt x="59" y="338"/>
                    <a:pt x="69" y="305"/>
                  </a:cubicBezTo>
                  <a:cubicBezTo>
                    <a:pt x="78" y="272"/>
                    <a:pt x="68" y="77"/>
                    <a:pt x="39" y="0"/>
                  </a:cubicBezTo>
                  <a:close/>
                </a:path>
              </a:pathLst>
            </a:custGeom>
            <a:solidFill>
              <a:srgbClr val="B4AB8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6" name="Line 39"/>
            <p:cNvSpPr>
              <a:spLocks noChangeShapeType="1"/>
            </p:cNvSpPr>
            <p:nvPr/>
          </p:nvSpPr>
          <p:spPr bwMode="auto">
            <a:xfrm>
              <a:off x="5225" y="3071"/>
              <a:ext cx="78" cy="0"/>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7" name="Line 40"/>
            <p:cNvSpPr>
              <a:spLocks noChangeShapeType="1"/>
            </p:cNvSpPr>
            <p:nvPr/>
          </p:nvSpPr>
          <p:spPr bwMode="auto">
            <a:xfrm>
              <a:off x="5223" y="3035"/>
              <a:ext cx="81" cy="0"/>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 name="Freeform 41"/>
            <p:cNvSpPr/>
            <p:nvPr/>
          </p:nvSpPr>
          <p:spPr bwMode="auto">
            <a:xfrm>
              <a:off x="5165" y="3115"/>
              <a:ext cx="197" cy="119"/>
            </a:xfrm>
            <a:custGeom>
              <a:avLst/>
              <a:gdLst>
                <a:gd name="T0" fmla="*/ 109 w 162"/>
                <a:gd name="T1" fmla="*/ 0 h 97"/>
                <a:gd name="T2" fmla="*/ 81 w 162"/>
                <a:gd name="T3" fmla="*/ 27 h 97"/>
                <a:gd name="T4" fmla="*/ 53 w 162"/>
                <a:gd name="T5" fmla="*/ 0 h 97"/>
                <a:gd name="T6" fmla="*/ 0 w 162"/>
                <a:gd name="T7" fmla="*/ 53 h 97"/>
                <a:gd name="T8" fmla="*/ 0 w 162"/>
                <a:gd name="T9" fmla="*/ 97 h 97"/>
                <a:gd name="T10" fmla="*/ 162 w 162"/>
                <a:gd name="T11" fmla="*/ 97 h 97"/>
                <a:gd name="T12" fmla="*/ 162 w 162"/>
                <a:gd name="T13" fmla="*/ 53 h 97"/>
                <a:gd name="T14" fmla="*/ 109 w 162"/>
                <a:gd name="T15" fmla="*/ 0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 h="97">
                  <a:moveTo>
                    <a:pt x="109" y="0"/>
                  </a:moveTo>
                  <a:cubicBezTo>
                    <a:pt x="109" y="15"/>
                    <a:pt x="96" y="27"/>
                    <a:pt x="81" y="27"/>
                  </a:cubicBezTo>
                  <a:cubicBezTo>
                    <a:pt x="66" y="27"/>
                    <a:pt x="53" y="15"/>
                    <a:pt x="53" y="0"/>
                  </a:cubicBezTo>
                  <a:cubicBezTo>
                    <a:pt x="24" y="0"/>
                    <a:pt x="0" y="24"/>
                    <a:pt x="0" y="53"/>
                  </a:cubicBezTo>
                  <a:cubicBezTo>
                    <a:pt x="0" y="97"/>
                    <a:pt x="0" y="97"/>
                    <a:pt x="0" y="97"/>
                  </a:cubicBezTo>
                  <a:cubicBezTo>
                    <a:pt x="162" y="97"/>
                    <a:pt x="162" y="97"/>
                    <a:pt x="162" y="97"/>
                  </a:cubicBezTo>
                  <a:cubicBezTo>
                    <a:pt x="162" y="53"/>
                    <a:pt x="162" y="53"/>
                    <a:pt x="162" y="53"/>
                  </a:cubicBezTo>
                  <a:cubicBezTo>
                    <a:pt x="162" y="24"/>
                    <a:pt x="138" y="0"/>
                    <a:pt x="109" y="0"/>
                  </a:cubicBezTo>
                  <a:close/>
                </a:path>
              </a:pathLst>
            </a:custGeom>
            <a:solidFill>
              <a:srgbClr val="F5EEE3"/>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9" name="Freeform 42"/>
            <p:cNvSpPr/>
            <p:nvPr/>
          </p:nvSpPr>
          <p:spPr bwMode="auto">
            <a:xfrm>
              <a:off x="5411" y="3020"/>
              <a:ext cx="222" cy="214"/>
            </a:xfrm>
            <a:custGeom>
              <a:avLst/>
              <a:gdLst>
                <a:gd name="T0" fmla="*/ 161 w 182"/>
                <a:gd name="T1" fmla="*/ 42 h 175"/>
                <a:gd name="T2" fmla="*/ 124 w 182"/>
                <a:gd name="T3" fmla="*/ 42 h 175"/>
                <a:gd name="T4" fmla="*/ 124 w 182"/>
                <a:gd name="T5" fmla="*/ 0 h 175"/>
                <a:gd name="T6" fmla="*/ 57 w 182"/>
                <a:gd name="T7" fmla="*/ 0 h 175"/>
                <a:gd name="T8" fmla="*/ 57 w 182"/>
                <a:gd name="T9" fmla="*/ 42 h 175"/>
                <a:gd name="T10" fmla="*/ 21 w 182"/>
                <a:gd name="T11" fmla="*/ 42 h 175"/>
                <a:gd name="T12" fmla="*/ 0 w 182"/>
                <a:gd name="T13" fmla="*/ 63 h 175"/>
                <a:gd name="T14" fmla="*/ 0 w 182"/>
                <a:gd name="T15" fmla="*/ 154 h 175"/>
                <a:gd name="T16" fmla="*/ 21 w 182"/>
                <a:gd name="T17" fmla="*/ 175 h 175"/>
                <a:gd name="T18" fmla="*/ 161 w 182"/>
                <a:gd name="T19" fmla="*/ 175 h 175"/>
                <a:gd name="T20" fmla="*/ 182 w 182"/>
                <a:gd name="T21" fmla="*/ 154 h 175"/>
                <a:gd name="T22" fmla="*/ 182 w 182"/>
                <a:gd name="T23" fmla="*/ 63 h 175"/>
                <a:gd name="T24" fmla="*/ 161 w 182"/>
                <a:gd name="T25" fmla="*/ 4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75">
                  <a:moveTo>
                    <a:pt x="161" y="42"/>
                  </a:moveTo>
                  <a:cubicBezTo>
                    <a:pt x="124" y="42"/>
                    <a:pt x="124" y="42"/>
                    <a:pt x="124" y="42"/>
                  </a:cubicBezTo>
                  <a:cubicBezTo>
                    <a:pt x="124" y="0"/>
                    <a:pt x="124" y="0"/>
                    <a:pt x="124" y="0"/>
                  </a:cubicBezTo>
                  <a:cubicBezTo>
                    <a:pt x="57" y="0"/>
                    <a:pt x="57" y="0"/>
                    <a:pt x="57" y="0"/>
                  </a:cubicBezTo>
                  <a:cubicBezTo>
                    <a:pt x="57" y="42"/>
                    <a:pt x="57" y="42"/>
                    <a:pt x="57" y="42"/>
                  </a:cubicBezTo>
                  <a:cubicBezTo>
                    <a:pt x="21" y="42"/>
                    <a:pt x="21" y="42"/>
                    <a:pt x="21" y="42"/>
                  </a:cubicBezTo>
                  <a:cubicBezTo>
                    <a:pt x="9" y="42"/>
                    <a:pt x="0" y="52"/>
                    <a:pt x="0" y="63"/>
                  </a:cubicBezTo>
                  <a:cubicBezTo>
                    <a:pt x="0" y="154"/>
                    <a:pt x="0" y="154"/>
                    <a:pt x="0" y="154"/>
                  </a:cubicBezTo>
                  <a:cubicBezTo>
                    <a:pt x="0" y="166"/>
                    <a:pt x="9" y="175"/>
                    <a:pt x="21" y="175"/>
                  </a:cubicBezTo>
                  <a:cubicBezTo>
                    <a:pt x="161" y="175"/>
                    <a:pt x="161" y="175"/>
                    <a:pt x="161" y="175"/>
                  </a:cubicBezTo>
                  <a:cubicBezTo>
                    <a:pt x="173" y="175"/>
                    <a:pt x="182" y="166"/>
                    <a:pt x="182" y="154"/>
                  </a:cubicBezTo>
                  <a:cubicBezTo>
                    <a:pt x="182" y="63"/>
                    <a:pt x="182" y="63"/>
                    <a:pt x="182" y="63"/>
                  </a:cubicBezTo>
                  <a:cubicBezTo>
                    <a:pt x="182" y="52"/>
                    <a:pt x="173" y="42"/>
                    <a:pt x="161" y="42"/>
                  </a:cubicBezTo>
                  <a:close/>
                </a:path>
              </a:pathLst>
            </a:custGeom>
            <a:solidFill>
              <a:srgbClr val="B4AB8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0" name="Rectangle 43"/>
            <p:cNvSpPr>
              <a:spLocks noChangeArrowheads="1"/>
            </p:cNvSpPr>
            <p:nvPr/>
          </p:nvSpPr>
          <p:spPr bwMode="auto">
            <a:xfrm>
              <a:off x="5411" y="3121"/>
              <a:ext cx="222" cy="53"/>
            </a:xfrm>
            <a:prstGeom prst="rect">
              <a:avLst/>
            </a:prstGeom>
            <a:solidFill>
              <a:srgbClr val="F5EEE3"/>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1" name="Rectangle 44"/>
            <p:cNvSpPr>
              <a:spLocks noChangeArrowheads="1"/>
            </p:cNvSpPr>
            <p:nvPr/>
          </p:nvSpPr>
          <p:spPr bwMode="auto">
            <a:xfrm>
              <a:off x="5452" y="2969"/>
              <a:ext cx="139" cy="51"/>
            </a:xfrm>
            <a:prstGeom prst="rect">
              <a:avLst/>
            </a:prstGeom>
            <a:solidFill>
              <a:srgbClr val="87747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2" name="Line 45"/>
            <p:cNvSpPr>
              <a:spLocks noChangeShapeType="1"/>
            </p:cNvSpPr>
            <p:nvPr/>
          </p:nvSpPr>
          <p:spPr bwMode="auto">
            <a:xfrm>
              <a:off x="5452" y="3108"/>
              <a:ext cx="0" cy="86"/>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3" name="Rectangle 46"/>
            <p:cNvSpPr>
              <a:spLocks noChangeArrowheads="1"/>
            </p:cNvSpPr>
            <p:nvPr/>
          </p:nvSpPr>
          <p:spPr bwMode="auto">
            <a:xfrm>
              <a:off x="4513" y="2943"/>
              <a:ext cx="485" cy="291"/>
            </a:xfrm>
            <a:prstGeom prst="rect">
              <a:avLst/>
            </a:prstGeom>
            <a:solidFill>
              <a:srgbClr val="FAFAFA"/>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4" name="Line 47"/>
            <p:cNvSpPr>
              <a:spLocks noChangeShapeType="1"/>
            </p:cNvSpPr>
            <p:nvPr/>
          </p:nvSpPr>
          <p:spPr bwMode="auto">
            <a:xfrm>
              <a:off x="4563"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5" name="Line 48"/>
            <p:cNvSpPr>
              <a:spLocks noChangeShapeType="1"/>
            </p:cNvSpPr>
            <p:nvPr/>
          </p:nvSpPr>
          <p:spPr bwMode="auto">
            <a:xfrm>
              <a:off x="4611"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6" name="Line 49"/>
            <p:cNvSpPr>
              <a:spLocks noChangeShapeType="1"/>
            </p:cNvSpPr>
            <p:nvPr/>
          </p:nvSpPr>
          <p:spPr bwMode="auto">
            <a:xfrm>
              <a:off x="4659"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7" name="Line 50"/>
            <p:cNvSpPr>
              <a:spLocks noChangeShapeType="1"/>
            </p:cNvSpPr>
            <p:nvPr/>
          </p:nvSpPr>
          <p:spPr bwMode="auto">
            <a:xfrm>
              <a:off x="4707"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8" name="Line 51"/>
            <p:cNvSpPr>
              <a:spLocks noChangeShapeType="1"/>
            </p:cNvSpPr>
            <p:nvPr/>
          </p:nvSpPr>
          <p:spPr bwMode="auto">
            <a:xfrm>
              <a:off x="4756"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9" name="Line 52"/>
            <p:cNvSpPr>
              <a:spLocks noChangeShapeType="1"/>
            </p:cNvSpPr>
            <p:nvPr/>
          </p:nvSpPr>
          <p:spPr bwMode="auto">
            <a:xfrm>
              <a:off x="4804"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0" name="Line 53"/>
            <p:cNvSpPr>
              <a:spLocks noChangeShapeType="1"/>
            </p:cNvSpPr>
            <p:nvPr/>
          </p:nvSpPr>
          <p:spPr bwMode="auto">
            <a:xfrm>
              <a:off x="4852"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1" name="Line 54"/>
            <p:cNvSpPr>
              <a:spLocks noChangeShapeType="1"/>
            </p:cNvSpPr>
            <p:nvPr/>
          </p:nvSpPr>
          <p:spPr bwMode="auto">
            <a:xfrm>
              <a:off x="4901"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2" name="Line 55"/>
            <p:cNvSpPr>
              <a:spLocks noChangeShapeType="1"/>
            </p:cNvSpPr>
            <p:nvPr/>
          </p:nvSpPr>
          <p:spPr bwMode="auto">
            <a:xfrm>
              <a:off x="4948"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25" name="Freeform 58"/>
            <p:cNvSpPr/>
            <p:nvPr/>
          </p:nvSpPr>
          <p:spPr bwMode="auto">
            <a:xfrm>
              <a:off x="4998" y="2976"/>
              <a:ext cx="69" cy="258"/>
            </a:xfrm>
            <a:custGeom>
              <a:avLst/>
              <a:gdLst>
                <a:gd name="T0" fmla="*/ 0 w 69"/>
                <a:gd name="T1" fmla="*/ 0 h 258"/>
                <a:gd name="T2" fmla="*/ 69 w 69"/>
                <a:gd name="T3" fmla="*/ 258 h 258"/>
                <a:gd name="T4" fmla="*/ 0 w 69"/>
                <a:gd name="T5" fmla="*/ 258 h 258"/>
                <a:gd name="T6" fmla="*/ 0 w 69"/>
                <a:gd name="T7" fmla="*/ 0 h 258"/>
              </a:gdLst>
              <a:ahLst/>
              <a:cxnLst>
                <a:cxn ang="0">
                  <a:pos x="T0" y="T1"/>
                </a:cxn>
                <a:cxn ang="0">
                  <a:pos x="T2" y="T3"/>
                </a:cxn>
                <a:cxn ang="0">
                  <a:pos x="T4" y="T5"/>
                </a:cxn>
                <a:cxn ang="0">
                  <a:pos x="T6" y="T7"/>
                </a:cxn>
              </a:cxnLst>
              <a:rect l="0" t="0" r="r" b="b"/>
              <a:pathLst>
                <a:path w="69" h="258">
                  <a:moveTo>
                    <a:pt x="0" y="0"/>
                  </a:moveTo>
                  <a:lnTo>
                    <a:pt x="69" y="258"/>
                  </a:lnTo>
                  <a:lnTo>
                    <a:pt x="0" y="258"/>
                  </a:lnTo>
                  <a:lnTo>
                    <a:pt x="0" y="0"/>
                  </a:lnTo>
                  <a:close/>
                </a:path>
              </a:pathLst>
            </a:custGeom>
            <a:solidFill>
              <a:srgbClr val="D26859"/>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grpSp>
      <p:sp>
        <p:nvSpPr>
          <p:cNvPr id="28" name="Line 17"/>
          <p:cNvSpPr>
            <a:spLocks noChangeShapeType="1"/>
          </p:cNvSpPr>
          <p:nvPr userDrawn="1"/>
        </p:nvSpPr>
        <p:spPr bwMode="auto">
          <a:xfrm flipH="1">
            <a:off x="0" y="5143500"/>
            <a:ext cx="9144025" cy="0"/>
          </a:xfrm>
          <a:prstGeom prst="line">
            <a:avLst/>
          </a:prstGeom>
          <a:noFill/>
          <a:ln w="28575"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grpSp>
        <p:nvGrpSpPr>
          <p:cNvPr id="43" name="Group 14"/>
          <p:cNvGrpSpPr>
            <a:grpSpLocks noChangeAspect="1"/>
          </p:cNvGrpSpPr>
          <p:nvPr userDrawn="1"/>
        </p:nvGrpSpPr>
        <p:grpSpPr bwMode="auto">
          <a:xfrm>
            <a:off x="157819" y="4714612"/>
            <a:ext cx="567986" cy="428887"/>
            <a:chOff x="2340" y="1213"/>
            <a:chExt cx="1078" cy="814"/>
          </a:xfrm>
        </p:grpSpPr>
        <p:sp>
          <p:nvSpPr>
            <p:cNvPr id="45" name="Rectangle 15"/>
            <p:cNvSpPr>
              <a:spLocks noChangeArrowheads="1"/>
            </p:cNvSpPr>
            <p:nvPr userDrawn="1"/>
          </p:nvSpPr>
          <p:spPr bwMode="auto">
            <a:xfrm>
              <a:off x="2354" y="1809"/>
              <a:ext cx="1049" cy="203"/>
            </a:xfrm>
            <a:prstGeom prst="rect">
              <a:avLst/>
            </a:prstGeom>
            <a:solidFill>
              <a:srgbClr val="B4AB8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6" name="Freeform 16"/>
            <p:cNvSpPr>
              <a:spLocks noEditPoints="1"/>
            </p:cNvSpPr>
            <p:nvPr userDrawn="1"/>
          </p:nvSpPr>
          <p:spPr bwMode="auto">
            <a:xfrm>
              <a:off x="2340" y="1795"/>
              <a:ext cx="1078" cy="232"/>
            </a:xfrm>
            <a:custGeom>
              <a:avLst/>
              <a:gdLst>
                <a:gd name="T0" fmla="*/ 446 w 452"/>
                <a:gd name="T1" fmla="*/ 97 h 97"/>
                <a:gd name="T2" fmla="*/ 6 w 452"/>
                <a:gd name="T3" fmla="*/ 97 h 97"/>
                <a:gd name="T4" fmla="*/ 0 w 452"/>
                <a:gd name="T5" fmla="*/ 91 h 97"/>
                <a:gd name="T6" fmla="*/ 0 w 452"/>
                <a:gd name="T7" fmla="*/ 6 h 97"/>
                <a:gd name="T8" fmla="*/ 6 w 452"/>
                <a:gd name="T9" fmla="*/ 0 h 97"/>
                <a:gd name="T10" fmla="*/ 446 w 452"/>
                <a:gd name="T11" fmla="*/ 0 h 97"/>
                <a:gd name="T12" fmla="*/ 452 w 452"/>
                <a:gd name="T13" fmla="*/ 6 h 97"/>
                <a:gd name="T14" fmla="*/ 452 w 452"/>
                <a:gd name="T15" fmla="*/ 91 h 97"/>
                <a:gd name="T16" fmla="*/ 446 w 452"/>
                <a:gd name="T17" fmla="*/ 97 h 97"/>
                <a:gd name="T18" fmla="*/ 12 w 452"/>
                <a:gd name="T19" fmla="*/ 85 h 97"/>
                <a:gd name="T20" fmla="*/ 440 w 452"/>
                <a:gd name="T21" fmla="*/ 85 h 97"/>
                <a:gd name="T22" fmla="*/ 440 w 452"/>
                <a:gd name="T23" fmla="*/ 12 h 97"/>
                <a:gd name="T24" fmla="*/ 12 w 452"/>
                <a:gd name="T25" fmla="*/ 12 h 97"/>
                <a:gd name="T26" fmla="*/ 12 w 452"/>
                <a:gd name="T27" fmla="*/ 85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2" h="97">
                  <a:moveTo>
                    <a:pt x="446" y="97"/>
                  </a:moveTo>
                  <a:cubicBezTo>
                    <a:pt x="6" y="97"/>
                    <a:pt x="6" y="97"/>
                    <a:pt x="6" y="97"/>
                  </a:cubicBezTo>
                  <a:cubicBezTo>
                    <a:pt x="2" y="97"/>
                    <a:pt x="0" y="94"/>
                    <a:pt x="0" y="91"/>
                  </a:cubicBezTo>
                  <a:cubicBezTo>
                    <a:pt x="0" y="6"/>
                    <a:pt x="0" y="6"/>
                    <a:pt x="0" y="6"/>
                  </a:cubicBezTo>
                  <a:cubicBezTo>
                    <a:pt x="0" y="3"/>
                    <a:pt x="2" y="0"/>
                    <a:pt x="6" y="0"/>
                  </a:cubicBezTo>
                  <a:cubicBezTo>
                    <a:pt x="446" y="0"/>
                    <a:pt x="446" y="0"/>
                    <a:pt x="446" y="0"/>
                  </a:cubicBezTo>
                  <a:cubicBezTo>
                    <a:pt x="450" y="0"/>
                    <a:pt x="452" y="3"/>
                    <a:pt x="452" y="6"/>
                  </a:cubicBezTo>
                  <a:cubicBezTo>
                    <a:pt x="452" y="91"/>
                    <a:pt x="452" y="91"/>
                    <a:pt x="452" y="91"/>
                  </a:cubicBezTo>
                  <a:cubicBezTo>
                    <a:pt x="452" y="94"/>
                    <a:pt x="450" y="97"/>
                    <a:pt x="446" y="97"/>
                  </a:cubicBezTo>
                  <a:close/>
                  <a:moveTo>
                    <a:pt x="12" y="85"/>
                  </a:moveTo>
                  <a:cubicBezTo>
                    <a:pt x="440" y="85"/>
                    <a:pt x="440" y="85"/>
                    <a:pt x="440" y="85"/>
                  </a:cubicBezTo>
                  <a:cubicBezTo>
                    <a:pt x="440" y="12"/>
                    <a:pt x="440" y="12"/>
                    <a:pt x="440" y="12"/>
                  </a:cubicBezTo>
                  <a:cubicBezTo>
                    <a:pt x="12" y="12"/>
                    <a:pt x="12" y="12"/>
                    <a:pt x="12" y="12"/>
                  </a:cubicBezTo>
                  <a:lnTo>
                    <a:pt x="12" y="85"/>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7" name="Rectangle 17"/>
            <p:cNvSpPr>
              <a:spLocks noChangeArrowheads="1"/>
            </p:cNvSpPr>
            <p:nvPr userDrawn="1"/>
          </p:nvSpPr>
          <p:spPr bwMode="auto">
            <a:xfrm>
              <a:off x="2354" y="1869"/>
              <a:ext cx="1049" cy="83"/>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8" name="Freeform 18"/>
            <p:cNvSpPr>
              <a:spLocks noEditPoints="1"/>
            </p:cNvSpPr>
            <p:nvPr userDrawn="1"/>
          </p:nvSpPr>
          <p:spPr bwMode="auto">
            <a:xfrm>
              <a:off x="2340" y="1854"/>
              <a:ext cx="1078" cy="113"/>
            </a:xfrm>
            <a:custGeom>
              <a:avLst/>
              <a:gdLst>
                <a:gd name="T0" fmla="*/ 446 w 452"/>
                <a:gd name="T1" fmla="*/ 47 h 47"/>
                <a:gd name="T2" fmla="*/ 6 w 452"/>
                <a:gd name="T3" fmla="*/ 47 h 47"/>
                <a:gd name="T4" fmla="*/ 0 w 452"/>
                <a:gd name="T5" fmla="*/ 41 h 47"/>
                <a:gd name="T6" fmla="*/ 0 w 452"/>
                <a:gd name="T7" fmla="*/ 6 h 47"/>
                <a:gd name="T8" fmla="*/ 6 w 452"/>
                <a:gd name="T9" fmla="*/ 0 h 47"/>
                <a:gd name="T10" fmla="*/ 446 w 452"/>
                <a:gd name="T11" fmla="*/ 0 h 47"/>
                <a:gd name="T12" fmla="*/ 452 w 452"/>
                <a:gd name="T13" fmla="*/ 6 h 47"/>
                <a:gd name="T14" fmla="*/ 452 w 452"/>
                <a:gd name="T15" fmla="*/ 41 h 47"/>
                <a:gd name="T16" fmla="*/ 446 w 452"/>
                <a:gd name="T17" fmla="*/ 47 h 47"/>
                <a:gd name="T18" fmla="*/ 12 w 452"/>
                <a:gd name="T19" fmla="*/ 35 h 47"/>
                <a:gd name="T20" fmla="*/ 440 w 452"/>
                <a:gd name="T21" fmla="*/ 35 h 47"/>
                <a:gd name="T22" fmla="*/ 440 w 452"/>
                <a:gd name="T23" fmla="*/ 12 h 47"/>
                <a:gd name="T24" fmla="*/ 12 w 452"/>
                <a:gd name="T25" fmla="*/ 12 h 47"/>
                <a:gd name="T26" fmla="*/ 12 w 452"/>
                <a:gd name="T27" fmla="*/ 3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2" h="47">
                  <a:moveTo>
                    <a:pt x="446" y="47"/>
                  </a:moveTo>
                  <a:cubicBezTo>
                    <a:pt x="6" y="47"/>
                    <a:pt x="6" y="47"/>
                    <a:pt x="6" y="47"/>
                  </a:cubicBezTo>
                  <a:cubicBezTo>
                    <a:pt x="2" y="47"/>
                    <a:pt x="0" y="45"/>
                    <a:pt x="0" y="41"/>
                  </a:cubicBezTo>
                  <a:cubicBezTo>
                    <a:pt x="0" y="6"/>
                    <a:pt x="0" y="6"/>
                    <a:pt x="0" y="6"/>
                  </a:cubicBezTo>
                  <a:cubicBezTo>
                    <a:pt x="0" y="3"/>
                    <a:pt x="2" y="0"/>
                    <a:pt x="6" y="0"/>
                  </a:cubicBezTo>
                  <a:cubicBezTo>
                    <a:pt x="446" y="0"/>
                    <a:pt x="446" y="0"/>
                    <a:pt x="446" y="0"/>
                  </a:cubicBezTo>
                  <a:cubicBezTo>
                    <a:pt x="450" y="0"/>
                    <a:pt x="452" y="3"/>
                    <a:pt x="452" y="6"/>
                  </a:cubicBezTo>
                  <a:cubicBezTo>
                    <a:pt x="452" y="41"/>
                    <a:pt x="452" y="41"/>
                    <a:pt x="452" y="41"/>
                  </a:cubicBezTo>
                  <a:cubicBezTo>
                    <a:pt x="452" y="45"/>
                    <a:pt x="450" y="47"/>
                    <a:pt x="446" y="47"/>
                  </a:cubicBezTo>
                  <a:close/>
                  <a:moveTo>
                    <a:pt x="12" y="35"/>
                  </a:moveTo>
                  <a:cubicBezTo>
                    <a:pt x="440" y="35"/>
                    <a:pt x="440" y="35"/>
                    <a:pt x="440" y="35"/>
                  </a:cubicBezTo>
                  <a:cubicBezTo>
                    <a:pt x="440" y="12"/>
                    <a:pt x="440" y="12"/>
                    <a:pt x="440" y="12"/>
                  </a:cubicBezTo>
                  <a:cubicBezTo>
                    <a:pt x="12" y="12"/>
                    <a:pt x="12" y="12"/>
                    <a:pt x="12" y="12"/>
                  </a:cubicBezTo>
                  <a:lnTo>
                    <a:pt x="12" y="35"/>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9" name="Freeform 19"/>
            <p:cNvSpPr/>
            <p:nvPr userDrawn="1"/>
          </p:nvSpPr>
          <p:spPr bwMode="auto">
            <a:xfrm>
              <a:off x="2714" y="1228"/>
              <a:ext cx="215" cy="244"/>
            </a:xfrm>
            <a:custGeom>
              <a:avLst/>
              <a:gdLst>
                <a:gd name="T0" fmla="*/ 0 w 90"/>
                <a:gd name="T1" fmla="*/ 0 h 102"/>
                <a:gd name="T2" fmla="*/ 9 w 90"/>
                <a:gd name="T3" fmla="*/ 61 h 102"/>
                <a:gd name="T4" fmla="*/ 57 w 90"/>
                <a:gd name="T5" fmla="*/ 101 h 102"/>
                <a:gd name="T6" fmla="*/ 78 w 90"/>
                <a:gd name="T7" fmla="*/ 101 h 102"/>
                <a:gd name="T8" fmla="*/ 83 w 90"/>
                <a:gd name="T9" fmla="*/ 81 h 102"/>
                <a:gd name="T10" fmla="*/ 57 w 90"/>
                <a:gd name="T11" fmla="*/ 25 h 102"/>
                <a:gd name="T12" fmla="*/ 0 w 90"/>
                <a:gd name="T13" fmla="*/ 0 h 102"/>
              </a:gdLst>
              <a:ahLst/>
              <a:cxnLst>
                <a:cxn ang="0">
                  <a:pos x="T0" y="T1"/>
                </a:cxn>
                <a:cxn ang="0">
                  <a:pos x="T2" y="T3"/>
                </a:cxn>
                <a:cxn ang="0">
                  <a:pos x="T4" y="T5"/>
                </a:cxn>
                <a:cxn ang="0">
                  <a:pos x="T6" y="T7"/>
                </a:cxn>
                <a:cxn ang="0">
                  <a:pos x="T8" y="T9"/>
                </a:cxn>
                <a:cxn ang="0">
                  <a:pos x="T10" y="T11"/>
                </a:cxn>
                <a:cxn ang="0">
                  <a:pos x="T12" y="T13"/>
                </a:cxn>
              </a:cxnLst>
              <a:rect l="0" t="0" r="r" b="b"/>
              <a:pathLst>
                <a:path w="90" h="102">
                  <a:moveTo>
                    <a:pt x="0" y="0"/>
                  </a:moveTo>
                  <a:cubicBezTo>
                    <a:pt x="9" y="61"/>
                    <a:pt x="9" y="61"/>
                    <a:pt x="9" y="61"/>
                  </a:cubicBezTo>
                  <a:cubicBezTo>
                    <a:pt x="13" y="85"/>
                    <a:pt x="33" y="102"/>
                    <a:pt x="57" y="101"/>
                  </a:cubicBezTo>
                  <a:cubicBezTo>
                    <a:pt x="78" y="101"/>
                    <a:pt x="78" y="101"/>
                    <a:pt x="78" y="101"/>
                  </a:cubicBezTo>
                  <a:cubicBezTo>
                    <a:pt x="83" y="81"/>
                    <a:pt x="83" y="81"/>
                    <a:pt x="83" y="81"/>
                  </a:cubicBezTo>
                  <a:cubicBezTo>
                    <a:pt x="90" y="58"/>
                    <a:pt x="78" y="34"/>
                    <a:pt x="57" y="25"/>
                  </a:cubicBezTo>
                  <a:lnTo>
                    <a:pt x="0" y="0"/>
                  </a:lnTo>
                  <a:close/>
                </a:path>
              </a:pathLst>
            </a:custGeom>
            <a:solidFill>
              <a:srgbClr val="B4AB8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0" name="Freeform 20"/>
            <p:cNvSpPr>
              <a:spLocks noEditPoints="1"/>
            </p:cNvSpPr>
            <p:nvPr userDrawn="1"/>
          </p:nvSpPr>
          <p:spPr bwMode="auto">
            <a:xfrm>
              <a:off x="2698" y="1213"/>
              <a:ext cx="245" cy="271"/>
            </a:xfrm>
            <a:custGeom>
              <a:avLst/>
              <a:gdLst>
                <a:gd name="T0" fmla="*/ 63 w 103"/>
                <a:gd name="T1" fmla="*/ 113 h 113"/>
                <a:gd name="T2" fmla="*/ 10 w 103"/>
                <a:gd name="T3" fmla="*/ 68 h 113"/>
                <a:gd name="T4" fmla="*/ 1 w 103"/>
                <a:gd name="T5" fmla="*/ 7 h 113"/>
                <a:gd name="T6" fmla="*/ 3 w 103"/>
                <a:gd name="T7" fmla="*/ 1 h 113"/>
                <a:gd name="T8" fmla="*/ 9 w 103"/>
                <a:gd name="T9" fmla="*/ 0 h 113"/>
                <a:gd name="T10" fmla="*/ 66 w 103"/>
                <a:gd name="T11" fmla="*/ 25 h 113"/>
                <a:gd name="T12" fmla="*/ 96 w 103"/>
                <a:gd name="T13" fmla="*/ 88 h 113"/>
                <a:gd name="T14" fmla="*/ 90 w 103"/>
                <a:gd name="T15" fmla="*/ 108 h 113"/>
                <a:gd name="T16" fmla="*/ 85 w 103"/>
                <a:gd name="T17" fmla="*/ 113 h 113"/>
                <a:gd name="T18" fmla="*/ 64 w 103"/>
                <a:gd name="T19" fmla="*/ 113 h 113"/>
                <a:gd name="T20" fmla="*/ 63 w 103"/>
                <a:gd name="T21" fmla="*/ 113 h 113"/>
                <a:gd name="T22" fmla="*/ 85 w 103"/>
                <a:gd name="T23" fmla="*/ 107 h 113"/>
                <a:gd name="T24" fmla="*/ 85 w 103"/>
                <a:gd name="T25" fmla="*/ 107 h 113"/>
                <a:gd name="T26" fmla="*/ 14 w 103"/>
                <a:gd name="T27" fmla="*/ 16 h 113"/>
                <a:gd name="T28" fmla="*/ 22 w 103"/>
                <a:gd name="T29" fmla="*/ 66 h 113"/>
                <a:gd name="T30" fmla="*/ 63 w 103"/>
                <a:gd name="T31" fmla="*/ 101 h 113"/>
                <a:gd name="T32" fmla="*/ 64 w 103"/>
                <a:gd name="T33" fmla="*/ 101 h 113"/>
                <a:gd name="T34" fmla="*/ 80 w 103"/>
                <a:gd name="T35" fmla="*/ 101 h 113"/>
                <a:gd name="T36" fmla="*/ 84 w 103"/>
                <a:gd name="T37" fmla="*/ 85 h 113"/>
                <a:gd name="T38" fmla="*/ 61 w 103"/>
                <a:gd name="T39" fmla="*/ 36 h 113"/>
                <a:gd name="T40" fmla="*/ 14 w 103"/>
                <a:gd name="T41" fmla="*/ 1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3" h="113">
                  <a:moveTo>
                    <a:pt x="63" y="113"/>
                  </a:moveTo>
                  <a:cubicBezTo>
                    <a:pt x="37" y="113"/>
                    <a:pt x="14" y="94"/>
                    <a:pt x="10" y="68"/>
                  </a:cubicBezTo>
                  <a:cubicBezTo>
                    <a:pt x="1" y="7"/>
                    <a:pt x="1" y="7"/>
                    <a:pt x="1" y="7"/>
                  </a:cubicBezTo>
                  <a:cubicBezTo>
                    <a:pt x="0" y="5"/>
                    <a:pt x="1" y="3"/>
                    <a:pt x="3" y="1"/>
                  </a:cubicBezTo>
                  <a:cubicBezTo>
                    <a:pt x="5" y="0"/>
                    <a:pt x="7" y="0"/>
                    <a:pt x="9" y="0"/>
                  </a:cubicBezTo>
                  <a:cubicBezTo>
                    <a:pt x="66" y="25"/>
                    <a:pt x="66" y="25"/>
                    <a:pt x="66" y="25"/>
                  </a:cubicBezTo>
                  <a:cubicBezTo>
                    <a:pt x="90" y="36"/>
                    <a:pt x="103" y="63"/>
                    <a:pt x="96" y="88"/>
                  </a:cubicBezTo>
                  <a:cubicBezTo>
                    <a:pt x="90" y="108"/>
                    <a:pt x="90" y="108"/>
                    <a:pt x="90" y="108"/>
                  </a:cubicBezTo>
                  <a:cubicBezTo>
                    <a:pt x="90" y="111"/>
                    <a:pt x="87" y="113"/>
                    <a:pt x="85" y="113"/>
                  </a:cubicBezTo>
                  <a:cubicBezTo>
                    <a:pt x="64" y="113"/>
                    <a:pt x="64" y="113"/>
                    <a:pt x="64" y="113"/>
                  </a:cubicBezTo>
                  <a:cubicBezTo>
                    <a:pt x="63" y="113"/>
                    <a:pt x="63" y="113"/>
                    <a:pt x="63" y="113"/>
                  </a:cubicBezTo>
                  <a:close/>
                  <a:moveTo>
                    <a:pt x="85" y="107"/>
                  </a:moveTo>
                  <a:cubicBezTo>
                    <a:pt x="85" y="107"/>
                    <a:pt x="85" y="107"/>
                    <a:pt x="85" y="107"/>
                  </a:cubicBezTo>
                  <a:close/>
                  <a:moveTo>
                    <a:pt x="14" y="16"/>
                  </a:moveTo>
                  <a:cubicBezTo>
                    <a:pt x="22" y="66"/>
                    <a:pt x="22" y="66"/>
                    <a:pt x="22" y="66"/>
                  </a:cubicBezTo>
                  <a:cubicBezTo>
                    <a:pt x="25" y="86"/>
                    <a:pt x="43" y="101"/>
                    <a:pt x="63" y="101"/>
                  </a:cubicBezTo>
                  <a:cubicBezTo>
                    <a:pt x="63" y="101"/>
                    <a:pt x="63" y="101"/>
                    <a:pt x="64" y="101"/>
                  </a:cubicBezTo>
                  <a:cubicBezTo>
                    <a:pt x="80" y="101"/>
                    <a:pt x="80" y="101"/>
                    <a:pt x="80" y="101"/>
                  </a:cubicBezTo>
                  <a:cubicBezTo>
                    <a:pt x="84" y="85"/>
                    <a:pt x="84" y="85"/>
                    <a:pt x="84" y="85"/>
                  </a:cubicBezTo>
                  <a:cubicBezTo>
                    <a:pt x="90" y="65"/>
                    <a:pt x="80" y="44"/>
                    <a:pt x="61" y="36"/>
                  </a:cubicBezTo>
                  <a:lnTo>
                    <a:pt x="14" y="16"/>
                  </a:ln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1" name="Freeform 21"/>
            <p:cNvSpPr/>
            <p:nvPr userDrawn="1"/>
          </p:nvSpPr>
          <p:spPr bwMode="auto">
            <a:xfrm>
              <a:off x="2812" y="1359"/>
              <a:ext cx="103" cy="125"/>
            </a:xfrm>
            <a:custGeom>
              <a:avLst/>
              <a:gdLst>
                <a:gd name="T0" fmla="*/ 37 w 43"/>
                <a:gd name="T1" fmla="*/ 52 h 52"/>
                <a:gd name="T2" fmla="*/ 32 w 43"/>
                <a:gd name="T3" fmla="*/ 49 h 52"/>
                <a:gd name="T4" fmla="*/ 2 w 43"/>
                <a:gd name="T5" fmla="*/ 10 h 52"/>
                <a:gd name="T6" fmla="*/ 3 w 43"/>
                <a:gd name="T7" fmla="*/ 2 h 52"/>
                <a:gd name="T8" fmla="*/ 11 w 43"/>
                <a:gd name="T9" fmla="*/ 3 h 52"/>
                <a:gd name="T10" fmla="*/ 41 w 43"/>
                <a:gd name="T11" fmla="*/ 42 h 52"/>
                <a:gd name="T12" fmla="*/ 40 w 43"/>
                <a:gd name="T13" fmla="*/ 50 h 52"/>
                <a:gd name="T14" fmla="*/ 37 w 43"/>
                <a:gd name="T15" fmla="*/ 52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52">
                  <a:moveTo>
                    <a:pt x="37" y="52"/>
                  </a:moveTo>
                  <a:cubicBezTo>
                    <a:pt x="35" y="52"/>
                    <a:pt x="33" y="51"/>
                    <a:pt x="32" y="49"/>
                  </a:cubicBezTo>
                  <a:cubicBezTo>
                    <a:pt x="2" y="10"/>
                    <a:pt x="2" y="10"/>
                    <a:pt x="2" y="10"/>
                  </a:cubicBezTo>
                  <a:cubicBezTo>
                    <a:pt x="0" y="8"/>
                    <a:pt x="0" y="4"/>
                    <a:pt x="3" y="2"/>
                  </a:cubicBezTo>
                  <a:cubicBezTo>
                    <a:pt x="5" y="0"/>
                    <a:pt x="9" y="0"/>
                    <a:pt x="11" y="3"/>
                  </a:cubicBezTo>
                  <a:cubicBezTo>
                    <a:pt x="41" y="42"/>
                    <a:pt x="41" y="42"/>
                    <a:pt x="41" y="42"/>
                  </a:cubicBezTo>
                  <a:cubicBezTo>
                    <a:pt x="43" y="45"/>
                    <a:pt x="43" y="48"/>
                    <a:pt x="40" y="50"/>
                  </a:cubicBezTo>
                  <a:cubicBezTo>
                    <a:pt x="39" y="51"/>
                    <a:pt x="38" y="52"/>
                    <a:pt x="37" y="52"/>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2" name="Freeform 22"/>
            <p:cNvSpPr/>
            <p:nvPr userDrawn="1"/>
          </p:nvSpPr>
          <p:spPr bwMode="auto">
            <a:xfrm>
              <a:off x="2736" y="1450"/>
              <a:ext cx="381" cy="354"/>
            </a:xfrm>
            <a:custGeom>
              <a:avLst/>
              <a:gdLst>
                <a:gd name="T0" fmla="*/ 0 w 160"/>
                <a:gd name="T1" fmla="*/ 47 h 148"/>
                <a:gd name="T2" fmla="*/ 80 w 160"/>
                <a:gd name="T3" fmla="*/ 0 h 148"/>
                <a:gd name="T4" fmla="*/ 160 w 160"/>
                <a:gd name="T5" fmla="*/ 47 h 148"/>
                <a:gd name="T6" fmla="*/ 101 w 160"/>
                <a:gd name="T7" fmla="*/ 146 h 148"/>
                <a:gd name="T8" fmla="*/ 80 w 160"/>
                <a:gd name="T9" fmla="*/ 140 h 148"/>
                <a:gd name="T10" fmla="*/ 60 w 160"/>
                <a:gd name="T11" fmla="*/ 146 h 148"/>
                <a:gd name="T12" fmla="*/ 0 w 160"/>
                <a:gd name="T13" fmla="*/ 47 h 148"/>
              </a:gdLst>
              <a:ahLst/>
              <a:cxnLst>
                <a:cxn ang="0">
                  <a:pos x="T0" y="T1"/>
                </a:cxn>
                <a:cxn ang="0">
                  <a:pos x="T2" y="T3"/>
                </a:cxn>
                <a:cxn ang="0">
                  <a:pos x="T4" y="T5"/>
                </a:cxn>
                <a:cxn ang="0">
                  <a:pos x="T6" y="T7"/>
                </a:cxn>
                <a:cxn ang="0">
                  <a:pos x="T8" y="T9"/>
                </a:cxn>
                <a:cxn ang="0">
                  <a:pos x="T10" y="T11"/>
                </a:cxn>
                <a:cxn ang="0">
                  <a:pos x="T12" y="T13"/>
                </a:cxn>
              </a:cxnLst>
              <a:rect l="0" t="0" r="r" b="b"/>
              <a:pathLst>
                <a:path w="160" h="148">
                  <a:moveTo>
                    <a:pt x="0" y="47"/>
                  </a:moveTo>
                  <a:cubicBezTo>
                    <a:pt x="0" y="3"/>
                    <a:pt x="36" y="0"/>
                    <a:pt x="80" y="0"/>
                  </a:cubicBezTo>
                  <a:cubicBezTo>
                    <a:pt x="124" y="0"/>
                    <a:pt x="160" y="3"/>
                    <a:pt x="160" y="47"/>
                  </a:cubicBezTo>
                  <a:cubicBezTo>
                    <a:pt x="160" y="84"/>
                    <a:pt x="135" y="137"/>
                    <a:pt x="101" y="146"/>
                  </a:cubicBezTo>
                  <a:cubicBezTo>
                    <a:pt x="94" y="148"/>
                    <a:pt x="87" y="140"/>
                    <a:pt x="80" y="140"/>
                  </a:cubicBezTo>
                  <a:cubicBezTo>
                    <a:pt x="73" y="140"/>
                    <a:pt x="66" y="148"/>
                    <a:pt x="60" y="146"/>
                  </a:cubicBezTo>
                  <a:cubicBezTo>
                    <a:pt x="25" y="137"/>
                    <a:pt x="0" y="84"/>
                    <a:pt x="0" y="47"/>
                  </a:cubicBezTo>
                  <a:close/>
                </a:path>
              </a:pathLst>
            </a:custGeom>
            <a:solidFill>
              <a:srgbClr val="D268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3" name="Freeform 23"/>
            <p:cNvSpPr>
              <a:spLocks noEditPoints="1"/>
            </p:cNvSpPr>
            <p:nvPr userDrawn="1"/>
          </p:nvSpPr>
          <p:spPr bwMode="auto">
            <a:xfrm>
              <a:off x="2721" y="1436"/>
              <a:ext cx="411" cy="380"/>
            </a:xfrm>
            <a:custGeom>
              <a:avLst/>
              <a:gdLst>
                <a:gd name="T0" fmla="*/ 68 w 172"/>
                <a:gd name="T1" fmla="*/ 158 h 159"/>
                <a:gd name="T2" fmla="*/ 64 w 172"/>
                <a:gd name="T3" fmla="*/ 158 h 159"/>
                <a:gd name="T4" fmla="*/ 0 w 172"/>
                <a:gd name="T5" fmla="*/ 53 h 159"/>
                <a:gd name="T6" fmla="*/ 86 w 172"/>
                <a:gd name="T7" fmla="*/ 0 h 159"/>
                <a:gd name="T8" fmla="*/ 172 w 172"/>
                <a:gd name="T9" fmla="*/ 53 h 159"/>
                <a:gd name="T10" fmla="*/ 108 w 172"/>
                <a:gd name="T11" fmla="*/ 158 h 159"/>
                <a:gd name="T12" fmla="*/ 93 w 172"/>
                <a:gd name="T13" fmla="*/ 154 h 159"/>
                <a:gd name="T14" fmla="*/ 86 w 172"/>
                <a:gd name="T15" fmla="*/ 152 h 159"/>
                <a:gd name="T16" fmla="*/ 79 w 172"/>
                <a:gd name="T17" fmla="*/ 154 h 159"/>
                <a:gd name="T18" fmla="*/ 68 w 172"/>
                <a:gd name="T19" fmla="*/ 158 h 159"/>
                <a:gd name="T20" fmla="*/ 86 w 172"/>
                <a:gd name="T21" fmla="*/ 12 h 159"/>
                <a:gd name="T22" fmla="*/ 12 w 172"/>
                <a:gd name="T23" fmla="*/ 53 h 159"/>
                <a:gd name="T24" fmla="*/ 67 w 172"/>
                <a:gd name="T25" fmla="*/ 146 h 159"/>
                <a:gd name="T26" fmla="*/ 74 w 172"/>
                <a:gd name="T27" fmla="*/ 144 h 159"/>
                <a:gd name="T28" fmla="*/ 86 w 172"/>
                <a:gd name="T29" fmla="*/ 140 h 159"/>
                <a:gd name="T30" fmla="*/ 99 w 172"/>
                <a:gd name="T31" fmla="*/ 144 h 159"/>
                <a:gd name="T32" fmla="*/ 105 w 172"/>
                <a:gd name="T33" fmla="*/ 146 h 159"/>
                <a:gd name="T34" fmla="*/ 160 w 172"/>
                <a:gd name="T35" fmla="*/ 53 h 159"/>
                <a:gd name="T36" fmla="*/ 86 w 172"/>
                <a:gd name="T37" fmla="*/ 12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2" h="159">
                  <a:moveTo>
                    <a:pt x="68" y="158"/>
                  </a:moveTo>
                  <a:cubicBezTo>
                    <a:pt x="67" y="158"/>
                    <a:pt x="65" y="158"/>
                    <a:pt x="64" y="158"/>
                  </a:cubicBezTo>
                  <a:cubicBezTo>
                    <a:pt x="28" y="148"/>
                    <a:pt x="0" y="94"/>
                    <a:pt x="0" y="53"/>
                  </a:cubicBezTo>
                  <a:cubicBezTo>
                    <a:pt x="0" y="0"/>
                    <a:pt x="48" y="0"/>
                    <a:pt x="86" y="0"/>
                  </a:cubicBezTo>
                  <a:cubicBezTo>
                    <a:pt x="124" y="0"/>
                    <a:pt x="172" y="0"/>
                    <a:pt x="172" y="53"/>
                  </a:cubicBezTo>
                  <a:cubicBezTo>
                    <a:pt x="172" y="93"/>
                    <a:pt x="144" y="148"/>
                    <a:pt x="108" y="158"/>
                  </a:cubicBezTo>
                  <a:cubicBezTo>
                    <a:pt x="103" y="159"/>
                    <a:pt x="97" y="156"/>
                    <a:pt x="93" y="154"/>
                  </a:cubicBezTo>
                  <a:cubicBezTo>
                    <a:pt x="90" y="153"/>
                    <a:pt x="88" y="152"/>
                    <a:pt x="86" y="152"/>
                  </a:cubicBezTo>
                  <a:cubicBezTo>
                    <a:pt x="84" y="152"/>
                    <a:pt x="82" y="153"/>
                    <a:pt x="79" y="154"/>
                  </a:cubicBezTo>
                  <a:cubicBezTo>
                    <a:pt x="76" y="156"/>
                    <a:pt x="72" y="158"/>
                    <a:pt x="68" y="158"/>
                  </a:cubicBezTo>
                  <a:close/>
                  <a:moveTo>
                    <a:pt x="86" y="12"/>
                  </a:moveTo>
                  <a:cubicBezTo>
                    <a:pt x="41" y="12"/>
                    <a:pt x="12" y="15"/>
                    <a:pt x="12" y="53"/>
                  </a:cubicBezTo>
                  <a:cubicBezTo>
                    <a:pt x="12" y="89"/>
                    <a:pt x="37" y="138"/>
                    <a:pt x="67" y="146"/>
                  </a:cubicBezTo>
                  <a:cubicBezTo>
                    <a:pt x="69" y="147"/>
                    <a:pt x="71" y="145"/>
                    <a:pt x="74" y="144"/>
                  </a:cubicBezTo>
                  <a:cubicBezTo>
                    <a:pt x="77" y="142"/>
                    <a:pt x="81" y="140"/>
                    <a:pt x="86" y="140"/>
                  </a:cubicBezTo>
                  <a:cubicBezTo>
                    <a:pt x="91" y="140"/>
                    <a:pt x="95" y="142"/>
                    <a:pt x="99" y="144"/>
                  </a:cubicBezTo>
                  <a:cubicBezTo>
                    <a:pt x="101" y="145"/>
                    <a:pt x="104" y="146"/>
                    <a:pt x="105" y="146"/>
                  </a:cubicBezTo>
                  <a:cubicBezTo>
                    <a:pt x="136" y="138"/>
                    <a:pt x="160" y="88"/>
                    <a:pt x="160" y="53"/>
                  </a:cubicBezTo>
                  <a:cubicBezTo>
                    <a:pt x="160" y="15"/>
                    <a:pt x="131" y="12"/>
                    <a:pt x="86" y="12"/>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4" name="Freeform 24"/>
            <p:cNvSpPr/>
            <p:nvPr userDrawn="1"/>
          </p:nvSpPr>
          <p:spPr bwMode="auto">
            <a:xfrm>
              <a:off x="2917" y="1311"/>
              <a:ext cx="55" cy="139"/>
            </a:xfrm>
            <a:custGeom>
              <a:avLst/>
              <a:gdLst>
                <a:gd name="T0" fmla="*/ 4 w 23"/>
                <a:gd name="T1" fmla="*/ 58 h 58"/>
                <a:gd name="T2" fmla="*/ 23 w 23"/>
                <a:gd name="T3" fmla="*/ 0 h 58"/>
              </a:gdLst>
              <a:ahLst/>
              <a:cxnLst>
                <a:cxn ang="0">
                  <a:pos x="T0" y="T1"/>
                </a:cxn>
                <a:cxn ang="0">
                  <a:pos x="T2" y="T3"/>
                </a:cxn>
              </a:cxnLst>
              <a:rect l="0" t="0" r="r" b="b"/>
              <a:pathLst>
                <a:path w="23" h="58">
                  <a:moveTo>
                    <a:pt x="4" y="58"/>
                  </a:moveTo>
                  <a:cubicBezTo>
                    <a:pt x="4" y="58"/>
                    <a:pt x="0" y="22"/>
                    <a:pt x="23" y="0"/>
                  </a:cubicBezTo>
                </a:path>
              </a:pathLst>
            </a:custGeom>
            <a:solidFill>
              <a:srgbClr val="D268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55" name="Freeform 25"/>
            <p:cNvSpPr/>
            <p:nvPr userDrawn="1"/>
          </p:nvSpPr>
          <p:spPr bwMode="auto">
            <a:xfrm>
              <a:off x="2910" y="1276"/>
              <a:ext cx="98" cy="189"/>
            </a:xfrm>
            <a:custGeom>
              <a:avLst/>
              <a:gdLst>
                <a:gd name="T0" fmla="*/ 1 w 41"/>
                <a:gd name="T1" fmla="*/ 74 h 79"/>
                <a:gd name="T2" fmla="*/ 1 w 41"/>
                <a:gd name="T3" fmla="*/ 73 h 79"/>
                <a:gd name="T4" fmla="*/ 1 w 41"/>
                <a:gd name="T5" fmla="*/ 71 h 79"/>
                <a:gd name="T6" fmla="*/ 0 w 41"/>
                <a:gd name="T7" fmla="*/ 63 h 79"/>
                <a:gd name="T8" fmla="*/ 0 w 41"/>
                <a:gd name="T9" fmla="*/ 52 h 79"/>
                <a:gd name="T10" fmla="*/ 1 w 41"/>
                <a:gd name="T11" fmla="*/ 46 h 79"/>
                <a:gd name="T12" fmla="*/ 2 w 41"/>
                <a:gd name="T13" fmla="*/ 39 h 79"/>
                <a:gd name="T14" fmla="*/ 4 w 41"/>
                <a:gd name="T15" fmla="*/ 33 h 79"/>
                <a:gd name="T16" fmla="*/ 6 w 41"/>
                <a:gd name="T17" fmla="*/ 27 h 79"/>
                <a:gd name="T18" fmla="*/ 8 w 41"/>
                <a:gd name="T19" fmla="*/ 21 h 79"/>
                <a:gd name="T20" fmla="*/ 11 w 41"/>
                <a:gd name="T21" fmla="*/ 16 h 79"/>
                <a:gd name="T22" fmla="*/ 13 w 41"/>
                <a:gd name="T23" fmla="*/ 12 h 79"/>
                <a:gd name="T24" fmla="*/ 16 w 41"/>
                <a:gd name="T25" fmla="*/ 9 h 79"/>
                <a:gd name="T26" fmla="*/ 18 w 41"/>
                <a:gd name="T27" fmla="*/ 6 h 79"/>
                <a:gd name="T28" fmla="*/ 34 w 41"/>
                <a:gd name="T29" fmla="*/ 4 h 79"/>
                <a:gd name="T30" fmla="*/ 36 w 41"/>
                <a:gd name="T31" fmla="*/ 21 h 79"/>
                <a:gd name="T32" fmla="*/ 35 w 41"/>
                <a:gd name="T33" fmla="*/ 22 h 79"/>
                <a:gd name="T34" fmla="*/ 34 w 41"/>
                <a:gd name="T35" fmla="*/ 23 h 79"/>
                <a:gd name="T36" fmla="*/ 33 w 41"/>
                <a:gd name="T37" fmla="*/ 25 h 79"/>
                <a:gd name="T38" fmla="*/ 31 w 41"/>
                <a:gd name="T39" fmla="*/ 26 h 79"/>
                <a:gd name="T40" fmla="*/ 29 w 41"/>
                <a:gd name="T41" fmla="*/ 29 h 79"/>
                <a:gd name="T42" fmla="*/ 26 w 41"/>
                <a:gd name="T43" fmla="*/ 32 h 79"/>
                <a:gd name="T44" fmla="*/ 24 w 41"/>
                <a:gd name="T45" fmla="*/ 35 h 79"/>
                <a:gd name="T46" fmla="*/ 21 w 41"/>
                <a:gd name="T47" fmla="*/ 40 h 79"/>
                <a:gd name="T48" fmla="*/ 19 w 41"/>
                <a:gd name="T49" fmla="*/ 44 h 79"/>
                <a:gd name="T50" fmla="*/ 17 w 41"/>
                <a:gd name="T51" fmla="*/ 49 h 79"/>
                <a:gd name="T52" fmla="*/ 16 w 41"/>
                <a:gd name="T53" fmla="*/ 54 h 79"/>
                <a:gd name="T54" fmla="*/ 14 w 41"/>
                <a:gd name="T55" fmla="*/ 63 h 79"/>
                <a:gd name="T56" fmla="*/ 13 w 41"/>
                <a:gd name="T57" fmla="*/ 70 h 79"/>
                <a:gd name="T58" fmla="*/ 13 w 41"/>
                <a:gd name="T59" fmla="*/ 72 h 79"/>
                <a:gd name="T60" fmla="*/ 13 w 41"/>
                <a:gd name="T61" fmla="*/ 72 h 79"/>
                <a:gd name="T62" fmla="*/ 13 w 41"/>
                <a:gd name="T63" fmla="*/ 73 h 79"/>
                <a:gd name="T64" fmla="*/ 7 w 41"/>
                <a:gd name="T65" fmla="*/ 79 h 79"/>
                <a:gd name="T66" fmla="*/ 1 w 41"/>
                <a:gd name="T67" fmla="*/ 7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 h="79">
                  <a:moveTo>
                    <a:pt x="1" y="74"/>
                  </a:moveTo>
                  <a:cubicBezTo>
                    <a:pt x="1" y="74"/>
                    <a:pt x="1" y="73"/>
                    <a:pt x="1" y="73"/>
                  </a:cubicBezTo>
                  <a:cubicBezTo>
                    <a:pt x="1" y="72"/>
                    <a:pt x="1" y="71"/>
                    <a:pt x="1" y="71"/>
                  </a:cubicBezTo>
                  <a:cubicBezTo>
                    <a:pt x="0" y="69"/>
                    <a:pt x="0" y="66"/>
                    <a:pt x="0" y="63"/>
                  </a:cubicBezTo>
                  <a:cubicBezTo>
                    <a:pt x="0" y="60"/>
                    <a:pt x="0" y="56"/>
                    <a:pt x="0" y="52"/>
                  </a:cubicBezTo>
                  <a:cubicBezTo>
                    <a:pt x="0" y="50"/>
                    <a:pt x="1" y="48"/>
                    <a:pt x="1" y="46"/>
                  </a:cubicBezTo>
                  <a:cubicBezTo>
                    <a:pt x="1" y="44"/>
                    <a:pt x="1" y="41"/>
                    <a:pt x="2" y="39"/>
                  </a:cubicBezTo>
                  <a:cubicBezTo>
                    <a:pt x="2" y="37"/>
                    <a:pt x="3" y="35"/>
                    <a:pt x="4" y="33"/>
                  </a:cubicBezTo>
                  <a:cubicBezTo>
                    <a:pt x="4" y="31"/>
                    <a:pt x="5" y="29"/>
                    <a:pt x="6" y="27"/>
                  </a:cubicBezTo>
                  <a:cubicBezTo>
                    <a:pt x="6" y="25"/>
                    <a:pt x="7" y="23"/>
                    <a:pt x="8" y="21"/>
                  </a:cubicBezTo>
                  <a:cubicBezTo>
                    <a:pt x="9" y="19"/>
                    <a:pt x="10" y="18"/>
                    <a:pt x="11" y="16"/>
                  </a:cubicBezTo>
                  <a:cubicBezTo>
                    <a:pt x="12" y="15"/>
                    <a:pt x="13" y="13"/>
                    <a:pt x="13" y="12"/>
                  </a:cubicBezTo>
                  <a:cubicBezTo>
                    <a:pt x="14" y="11"/>
                    <a:pt x="15" y="10"/>
                    <a:pt x="16" y="9"/>
                  </a:cubicBezTo>
                  <a:cubicBezTo>
                    <a:pt x="17" y="7"/>
                    <a:pt x="18" y="6"/>
                    <a:pt x="18" y="6"/>
                  </a:cubicBezTo>
                  <a:cubicBezTo>
                    <a:pt x="22" y="1"/>
                    <a:pt x="29" y="0"/>
                    <a:pt x="34" y="4"/>
                  </a:cubicBezTo>
                  <a:cubicBezTo>
                    <a:pt x="40" y="8"/>
                    <a:pt x="41" y="16"/>
                    <a:pt x="36" y="21"/>
                  </a:cubicBezTo>
                  <a:cubicBezTo>
                    <a:pt x="36" y="22"/>
                    <a:pt x="36" y="22"/>
                    <a:pt x="35" y="22"/>
                  </a:cubicBezTo>
                  <a:cubicBezTo>
                    <a:pt x="34" y="23"/>
                    <a:pt x="34" y="23"/>
                    <a:pt x="34" y="23"/>
                  </a:cubicBezTo>
                  <a:cubicBezTo>
                    <a:pt x="34" y="23"/>
                    <a:pt x="34" y="24"/>
                    <a:pt x="33" y="25"/>
                  </a:cubicBezTo>
                  <a:cubicBezTo>
                    <a:pt x="32" y="25"/>
                    <a:pt x="32" y="26"/>
                    <a:pt x="31" y="26"/>
                  </a:cubicBezTo>
                  <a:cubicBezTo>
                    <a:pt x="30" y="27"/>
                    <a:pt x="30" y="28"/>
                    <a:pt x="29" y="29"/>
                  </a:cubicBezTo>
                  <a:cubicBezTo>
                    <a:pt x="28" y="29"/>
                    <a:pt x="27" y="31"/>
                    <a:pt x="26" y="32"/>
                  </a:cubicBezTo>
                  <a:cubicBezTo>
                    <a:pt x="25" y="33"/>
                    <a:pt x="24" y="34"/>
                    <a:pt x="24" y="35"/>
                  </a:cubicBezTo>
                  <a:cubicBezTo>
                    <a:pt x="23" y="37"/>
                    <a:pt x="22" y="38"/>
                    <a:pt x="21" y="40"/>
                  </a:cubicBezTo>
                  <a:cubicBezTo>
                    <a:pt x="20" y="41"/>
                    <a:pt x="20" y="43"/>
                    <a:pt x="19" y="44"/>
                  </a:cubicBezTo>
                  <a:cubicBezTo>
                    <a:pt x="18" y="46"/>
                    <a:pt x="18" y="48"/>
                    <a:pt x="17" y="49"/>
                  </a:cubicBezTo>
                  <a:cubicBezTo>
                    <a:pt x="17" y="51"/>
                    <a:pt x="16" y="53"/>
                    <a:pt x="16" y="54"/>
                  </a:cubicBezTo>
                  <a:cubicBezTo>
                    <a:pt x="15" y="58"/>
                    <a:pt x="14" y="61"/>
                    <a:pt x="14" y="63"/>
                  </a:cubicBezTo>
                  <a:cubicBezTo>
                    <a:pt x="13" y="66"/>
                    <a:pt x="13" y="68"/>
                    <a:pt x="13" y="70"/>
                  </a:cubicBezTo>
                  <a:cubicBezTo>
                    <a:pt x="13" y="71"/>
                    <a:pt x="13" y="71"/>
                    <a:pt x="13" y="72"/>
                  </a:cubicBezTo>
                  <a:cubicBezTo>
                    <a:pt x="13" y="72"/>
                    <a:pt x="13" y="72"/>
                    <a:pt x="13" y="72"/>
                  </a:cubicBezTo>
                  <a:cubicBezTo>
                    <a:pt x="13" y="73"/>
                    <a:pt x="13" y="73"/>
                    <a:pt x="13" y="73"/>
                  </a:cubicBezTo>
                  <a:cubicBezTo>
                    <a:pt x="13" y="76"/>
                    <a:pt x="10" y="79"/>
                    <a:pt x="7" y="79"/>
                  </a:cubicBezTo>
                  <a:cubicBezTo>
                    <a:pt x="4" y="79"/>
                    <a:pt x="1" y="76"/>
                    <a:pt x="1" y="74"/>
                  </a:cubicBezTo>
                  <a:close/>
                </a:path>
              </a:pathLst>
            </a:custGeom>
            <a:solidFill>
              <a:srgbClr val="87747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grpSp>
      <p:sp>
        <p:nvSpPr>
          <p:cNvPr id="23" name="图片占位符 22"/>
          <p:cNvSpPr>
            <a:spLocks noGrp="1"/>
          </p:cNvSpPr>
          <p:nvPr>
            <p:ph type="pic" sz="quarter" idx="10"/>
          </p:nvPr>
        </p:nvSpPr>
        <p:spPr>
          <a:xfrm>
            <a:off x="602875" y="1251951"/>
            <a:ext cx="3906732" cy="1843726"/>
          </a:xfrm>
          <a:prstGeom prst="roundRect">
            <a:avLst>
              <a:gd name="adj" fmla="val 8481"/>
            </a:avLst>
          </a:prstGeom>
          <a:ln w="19050">
            <a:solidFill>
              <a:srgbClr val="87747E"/>
            </a:solidFill>
          </a:ln>
        </p:spPr>
        <p:txBody>
          <a:bodyPr/>
          <a:lstStyle/>
          <a:p>
            <a:endParaRPr lang="zh-CN" altLang="en-US"/>
          </a:p>
        </p:txBody>
      </p:sp>
      <p:sp>
        <p:nvSpPr>
          <p:cNvPr id="24" name="矩形: 圆角 23"/>
          <p:cNvSpPr/>
          <p:nvPr userDrawn="1"/>
        </p:nvSpPr>
        <p:spPr>
          <a:xfrm>
            <a:off x="4634699" y="1252214"/>
            <a:ext cx="3958885" cy="1843200"/>
          </a:xfrm>
          <a:prstGeom prst="roundRect">
            <a:avLst>
              <a:gd name="adj" fmla="val 9924"/>
            </a:avLst>
          </a:prstGeom>
          <a:solidFill>
            <a:srgbClr val="D26859"/>
          </a:solidFill>
          <a:ln w="19050">
            <a:solidFill>
              <a:srgbClr val="87747E"/>
            </a:solidFill>
          </a:ln>
        </p:spPr>
        <p:txBody>
          <a:bodyPr vert="horz" lIns="91440" tIns="45720" rIns="91440" bIns="45720" rtlCol="0">
            <a:normAutofit/>
          </a:bodyPr>
          <a:lstStyle/>
          <a:p>
            <a:pPr marL="171450" lvl="0" indent="-171450" defTabSz="685800">
              <a:lnSpc>
                <a:spcPct val="90000"/>
              </a:lnSpc>
              <a:spcBef>
                <a:spcPts val="750"/>
              </a:spcBef>
              <a:buFont typeface="Open Sans" panose="020B0606030504020204" charset="0"/>
              <a:buChar char="•"/>
            </a:pPr>
            <a:endParaRPr lang="zh-CN" altLang="en-US" sz="2100">
              <a:solidFill>
                <a:schemeClr val="tx1"/>
              </a:solidFill>
              <a:cs typeface="Open Sans" panose="020B060603050402020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522000" y="295804"/>
            <a:ext cx="8100000" cy="594000"/>
          </a:xfrm>
        </p:spPr>
        <p:txBody>
          <a:bodyPr/>
          <a:lstStyle>
            <a:lvl1pPr algn="ctr">
              <a:defRPr sz="2400">
                <a:solidFill>
                  <a:schemeClr val="tx1">
                    <a:lumMod val="85000"/>
                    <a:lumOff val="15000"/>
                  </a:schemeClr>
                </a:solidFill>
                <a:latin typeface="+mj-lt"/>
              </a:defRPr>
            </a:lvl1pPr>
          </a:lstStyle>
          <a:p>
            <a:r>
              <a:rPr lang="en-US" dirty="0"/>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5" Type="http://schemas.openxmlformats.org/officeDocument/2006/relationships/slideLayout" Target="../slideLayouts/slideLayout5.xml" /><Relationship Id="rId10"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latin typeface="Open Sans" panose="020B0606030504020204" charset="0"/>
                <a:ea typeface="Open Sans" panose="020B0606030504020204" charset="0"/>
                <a:cs typeface="Open Sans" panose="020B0606030504020204" charset="0"/>
              </a:defRPr>
            </a:lvl1pPr>
          </a:lstStyle>
          <a:p>
            <a:fld id="{67318C1C-C672-4301-8089-A21B59FAFCE6}" type="datetimeFigureOut">
              <a:rPr lang="zh-CN" altLang="en-US" smtClean="0"/>
              <a:t>2026/4/17</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latin typeface="Open Sans" panose="020B0606030504020204" charset="0"/>
                <a:ea typeface="Open Sans" panose="020B0606030504020204" charset="0"/>
                <a:cs typeface="Open Sans" panose="020B0606030504020204" charset="0"/>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latin typeface="Open Sans" panose="020B0606030504020204" charset="0"/>
                <a:ea typeface="Open Sans" panose="020B0606030504020204" charset="0"/>
                <a:cs typeface="Open Sans" panose="020B0606030504020204" charset="0"/>
              </a:defRPr>
            </a:lvl1pPr>
          </a:lstStyle>
          <a:p>
            <a:fld id="{0122ABE1-DC63-4442-8AD1-F6B398F9D8D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685800" rtl="0" eaLnBrk="1" latinLnBrk="0" hangingPunct="1">
        <a:lnSpc>
          <a:spcPct val="90000"/>
        </a:lnSpc>
        <a:spcBef>
          <a:spcPct val="0"/>
        </a:spcBef>
        <a:buNone/>
        <a:defRPr sz="3300" kern="1200">
          <a:solidFill>
            <a:schemeClr val="tx1"/>
          </a:solidFill>
          <a:latin typeface="Open Sans" panose="020B0606030504020204" charset="0"/>
          <a:ea typeface="Open Sans" panose="020B0606030504020204" charset="0"/>
          <a:cs typeface="Open Sans" panose="020B060603050402020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Open Sans" panose="020B0606030504020204" charset="0"/>
          <a:ea typeface="Open Sans" panose="020B0606030504020204" charset="0"/>
          <a:cs typeface="Open Sans" panose="020B060603050402020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Open Sans" panose="020B0606030504020204" charset="0"/>
          <a:ea typeface="Open Sans" panose="020B0606030504020204" charset="0"/>
          <a:cs typeface="Open Sans" panose="020B060603050402020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Open Sans" panose="020B0606030504020204" charset="0"/>
          <a:ea typeface="Open Sans" panose="020B0606030504020204" charset="0"/>
          <a:cs typeface="Open Sans" panose="020B060603050402020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Open Sans" panose="020B0606030504020204" charset="0"/>
          <a:ea typeface="Open Sans" panose="020B0606030504020204" charset="0"/>
          <a:cs typeface="Open Sans" panose="020B060603050402020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Open Sans" panose="020B0606030504020204" charset="0"/>
          <a:ea typeface="Open Sans" panose="020B0606030504020204" charset="0"/>
          <a:cs typeface="Open Sans" panose="020B060603050402020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8.xml" /></Relationships>
</file>

<file path=ppt/slides/_rels/slide7.xml.rels><?xml version="1.0" encoding="UTF-8" standalone="yes"?>
<Relationships xmlns="http://schemas.openxmlformats.org/package/2006/relationships"><Relationship Id="rId8" Type="http://schemas.openxmlformats.org/officeDocument/2006/relationships/tags" Target="../tags/tag13.xml" /><Relationship Id="rId13" Type="http://schemas.openxmlformats.org/officeDocument/2006/relationships/tags" Target="../tags/tag18.xml" /><Relationship Id="rId18" Type="http://schemas.openxmlformats.org/officeDocument/2006/relationships/tags" Target="../tags/tag23.xml" /><Relationship Id="rId3" Type="http://schemas.openxmlformats.org/officeDocument/2006/relationships/tags" Target="../tags/tag8.xml" /><Relationship Id="rId21" Type="http://schemas.openxmlformats.org/officeDocument/2006/relationships/tags" Target="../tags/tag26.xml" /><Relationship Id="rId7" Type="http://schemas.openxmlformats.org/officeDocument/2006/relationships/tags" Target="../tags/tag12.xml" /><Relationship Id="rId12" Type="http://schemas.openxmlformats.org/officeDocument/2006/relationships/tags" Target="../tags/tag17.xml" /><Relationship Id="rId17" Type="http://schemas.openxmlformats.org/officeDocument/2006/relationships/tags" Target="../tags/tag22.xml" /><Relationship Id="rId25" Type="http://schemas.openxmlformats.org/officeDocument/2006/relationships/slideLayout" Target="../slideLayouts/slideLayout2.xml" /><Relationship Id="rId2" Type="http://schemas.openxmlformats.org/officeDocument/2006/relationships/tags" Target="../tags/tag7.xml" /><Relationship Id="rId16" Type="http://schemas.openxmlformats.org/officeDocument/2006/relationships/tags" Target="../tags/tag21.xml" /><Relationship Id="rId20" Type="http://schemas.openxmlformats.org/officeDocument/2006/relationships/tags" Target="../tags/tag25.xml" /><Relationship Id="rId1" Type="http://schemas.openxmlformats.org/officeDocument/2006/relationships/tags" Target="../tags/tag6.xml" /><Relationship Id="rId6" Type="http://schemas.openxmlformats.org/officeDocument/2006/relationships/tags" Target="../tags/tag11.xml" /><Relationship Id="rId11" Type="http://schemas.openxmlformats.org/officeDocument/2006/relationships/tags" Target="../tags/tag16.xml" /><Relationship Id="rId24" Type="http://schemas.openxmlformats.org/officeDocument/2006/relationships/tags" Target="../tags/tag29.xml" /><Relationship Id="rId5" Type="http://schemas.openxmlformats.org/officeDocument/2006/relationships/tags" Target="../tags/tag10.xml" /><Relationship Id="rId15" Type="http://schemas.openxmlformats.org/officeDocument/2006/relationships/tags" Target="../tags/tag20.xml" /><Relationship Id="rId23" Type="http://schemas.openxmlformats.org/officeDocument/2006/relationships/tags" Target="../tags/tag28.xml" /><Relationship Id="rId10" Type="http://schemas.openxmlformats.org/officeDocument/2006/relationships/tags" Target="../tags/tag15.xml" /><Relationship Id="rId19" Type="http://schemas.openxmlformats.org/officeDocument/2006/relationships/tags" Target="../tags/tag24.xml" /><Relationship Id="rId4" Type="http://schemas.openxmlformats.org/officeDocument/2006/relationships/tags" Target="../tags/tag9.xml" /><Relationship Id="rId9" Type="http://schemas.openxmlformats.org/officeDocument/2006/relationships/tags" Target="../tags/tag14.xml" /><Relationship Id="rId14" Type="http://schemas.openxmlformats.org/officeDocument/2006/relationships/tags" Target="../tags/tag19.xml" /><Relationship Id="rId22" Type="http://schemas.openxmlformats.org/officeDocument/2006/relationships/tags" Target="../tags/tag27.xml" /></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 /><Relationship Id="rId1" Type="http://schemas.openxmlformats.org/officeDocument/2006/relationships/tags" Target="../tags/tag30.xml" /></Relationships>
</file>

<file path=ppt/slides/_rels/slide9.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slideLayout" Target="../slideLayouts/slideLayout2.xml" /><Relationship Id="rId1" Type="http://schemas.openxmlformats.org/officeDocument/2006/relationships/tags" Target="../tags/tag31.xml" /></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32.xml" /></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 /><Relationship Id="rId1" Type="http://schemas.openxmlformats.org/officeDocument/2006/relationships/tags" Target="../tags/tag33.xml" /></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abs/2210.10163" TargetMode="External" /><Relationship Id="rId7" Type="http://schemas.openxmlformats.org/officeDocument/2006/relationships/hyperlink" Target="https://docs.voxel51.com/dataset_zoo/index.html%0d" TargetMode="External" /><Relationship Id="rId2" Type="http://schemas.openxmlformats.org/officeDocument/2006/relationships/slideLayout" Target="../slideLayouts/slideLayout3.xml" /><Relationship Id="rId1" Type="http://schemas.openxmlformats.org/officeDocument/2006/relationships/tags" Target="../tags/tag34.xml" /><Relationship Id="rId6" Type="http://schemas.openxmlformats.org/officeDocument/2006/relationships/hyperlink" Target="https://doi.org/10.1016/j.neuroimage.2018.08.035" TargetMode="External" /><Relationship Id="rId5" Type="http://schemas.openxmlformats.org/officeDocument/2006/relationships/hyperlink" Target="https://arxiv.org/abs/2012.12877" TargetMode="External" /><Relationship Id="rId4" Type="http://schemas.openxmlformats.org/officeDocument/2006/relationships/hyperlink" Target="https://arxiv.org/abs/2010.11929" TargetMode="Externa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IET_logo"/>
          <p:cNvPicPr>
            <a:picLocks noChangeAspect="1"/>
          </p:cNvPicPr>
          <p:nvPr/>
        </p:nvPicPr>
        <p:blipFill>
          <a:blip r:embed="rId2"/>
          <a:stretch>
            <a:fillRect/>
          </a:stretch>
        </p:blipFill>
        <p:spPr>
          <a:xfrm>
            <a:off x="8032115" y="93345"/>
            <a:ext cx="933450" cy="1039495"/>
          </a:xfrm>
          <a:prstGeom prst="rect">
            <a:avLst/>
          </a:prstGeom>
        </p:spPr>
      </p:pic>
      <p:pic>
        <p:nvPicPr>
          <p:cNvPr id="3" name="Picture 2" descr="1000063100"/>
          <p:cNvPicPr>
            <a:picLocks noChangeAspect="1"/>
          </p:cNvPicPr>
          <p:nvPr/>
        </p:nvPicPr>
        <p:blipFill>
          <a:blip r:embed="rId3"/>
          <a:stretch>
            <a:fillRect/>
          </a:stretch>
        </p:blipFill>
        <p:spPr>
          <a:xfrm>
            <a:off x="104140" y="93345"/>
            <a:ext cx="1087120" cy="1087120"/>
          </a:xfrm>
          <a:prstGeom prst="rect">
            <a:avLst/>
          </a:prstGeom>
        </p:spPr>
      </p:pic>
      <p:sp>
        <p:nvSpPr>
          <p:cNvPr id="4" name="Text Box 3"/>
          <p:cNvSpPr txBox="1"/>
          <p:nvPr/>
        </p:nvSpPr>
        <p:spPr>
          <a:xfrm>
            <a:off x="1099185" y="196850"/>
            <a:ext cx="7283450" cy="337185"/>
          </a:xfrm>
          <a:prstGeom prst="rect">
            <a:avLst/>
          </a:prstGeom>
          <a:noFill/>
        </p:spPr>
        <p:txBody>
          <a:bodyPr wrap="square" rtlCol="0">
            <a:spAutoFit/>
          </a:bodyPr>
          <a:lstStyle/>
          <a:p>
            <a:r>
              <a:rPr lang="en-US" sz="1600" b="1"/>
              <a:t>Bapuji Institute of Engineering and Technology, Davanagere-577004</a:t>
            </a:r>
          </a:p>
        </p:txBody>
      </p:sp>
      <p:sp>
        <p:nvSpPr>
          <p:cNvPr id="5" name="Text Box 4"/>
          <p:cNvSpPr txBox="1"/>
          <p:nvPr/>
        </p:nvSpPr>
        <p:spPr>
          <a:xfrm>
            <a:off x="1818005" y="502285"/>
            <a:ext cx="5426075" cy="337185"/>
          </a:xfrm>
          <a:prstGeom prst="rect">
            <a:avLst/>
          </a:prstGeom>
          <a:noFill/>
        </p:spPr>
        <p:txBody>
          <a:bodyPr wrap="square" rtlCol="0">
            <a:spAutoFit/>
          </a:bodyPr>
          <a:lstStyle/>
          <a:p>
            <a:pPr algn="ctr"/>
            <a:r>
              <a:rPr lang="en-US" sz="1600" b="1"/>
              <a:t>Department of CSE(Data Science)</a:t>
            </a:r>
          </a:p>
        </p:txBody>
      </p:sp>
      <p:sp>
        <p:nvSpPr>
          <p:cNvPr id="6" name="Text Box 5"/>
          <p:cNvSpPr txBox="1"/>
          <p:nvPr/>
        </p:nvSpPr>
        <p:spPr>
          <a:xfrm>
            <a:off x="3199130" y="1222375"/>
            <a:ext cx="3435985" cy="398780"/>
          </a:xfrm>
          <a:prstGeom prst="rect">
            <a:avLst/>
          </a:prstGeom>
          <a:noFill/>
        </p:spPr>
        <p:txBody>
          <a:bodyPr wrap="square" rtlCol="0">
            <a:spAutoFit/>
          </a:bodyPr>
          <a:lstStyle/>
          <a:p>
            <a:r>
              <a:rPr lang="en-US" sz="2000" dirty="0">
                <a:solidFill>
                  <a:srgbClr val="C00000"/>
                </a:solidFill>
                <a:latin typeface="Book Antiqua" panose="02040602050305030304" charset="0"/>
                <a:cs typeface="Book Antiqua" panose="02040602050305030304" charset="0"/>
              </a:rPr>
              <a:t>Synopsis Presentation on</a:t>
            </a:r>
          </a:p>
        </p:txBody>
      </p:sp>
      <p:sp>
        <p:nvSpPr>
          <p:cNvPr id="7" name="Text Box 6"/>
          <p:cNvSpPr txBox="1"/>
          <p:nvPr/>
        </p:nvSpPr>
        <p:spPr>
          <a:xfrm>
            <a:off x="3375025" y="782320"/>
            <a:ext cx="3338830" cy="398780"/>
          </a:xfrm>
          <a:prstGeom prst="rect">
            <a:avLst/>
          </a:prstGeom>
          <a:noFill/>
        </p:spPr>
        <p:txBody>
          <a:bodyPr wrap="square" rtlCol="0">
            <a:spAutoFit/>
          </a:bodyPr>
          <a:lstStyle/>
          <a:p>
            <a:r>
              <a:rPr lang="en-US" sz="1600" b="1" dirty="0"/>
              <a:t>Major Project (BCD685)</a:t>
            </a:r>
            <a:r>
              <a:rPr lang="en-US" sz="2000" b="1" dirty="0"/>
              <a:t> </a:t>
            </a:r>
          </a:p>
        </p:txBody>
      </p:sp>
      <p:sp>
        <p:nvSpPr>
          <p:cNvPr id="8" name="Text Box 7"/>
          <p:cNvSpPr txBox="1"/>
          <p:nvPr/>
        </p:nvSpPr>
        <p:spPr>
          <a:xfrm>
            <a:off x="1208405" y="1597342"/>
            <a:ext cx="6890385" cy="337186"/>
          </a:xfrm>
          <a:prstGeom prst="rect">
            <a:avLst/>
          </a:prstGeom>
          <a:noFill/>
        </p:spPr>
        <p:txBody>
          <a:bodyPr wrap="square" rtlCol="0">
            <a:noAutofit/>
          </a:bodyPr>
          <a:lstStyle/>
          <a:p>
            <a:pPr algn="ctr"/>
            <a:r>
              <a:rPr lang="en-US" sz="1600" b="1" dirty="0">
                <a:solidFill>
                  <a:schemeClr val="accent5">
                    <a:lumMod val="50000"/>
                  </a:schemeClr>
                </a:solidFill>
                <a:latin typeface="Book Antiqua" panose="02040602050305030304" charset="0"/>
                <a:cs typeface="Book Antiqua" panose="02040602050305030304" charset="0"/>
              </a:rPr>
              <a:t>“Vision-Language Model Fusion of MRI Features and Radiology Reports for Explainable Alzheimer’s Disease Classification</a:t>
            </a:r>
            <a:r>
              <a:rPr lang="en-US" b="1" dirty="0">
                <a:solidFill>
                  <a:schemeClr val="accent5">
                    <a:lumMod val="50000"/>
                  </a:schemeClr>
                </a:solidFill>
                <a:latin typeface="Book Antiqua" panose="02040602050305030304" charset="0"/>
                <a:cs typeface="Book Antiqua" panose="02040602050305030304" charset="0"/>
              </a:rPr>
              <a:t>”</a:t>
            </a:r>
          </a:p>
        </p:txBody>
      </p:sp>
      <p:sp>
        <p:nvSpPr>
          <p:cNvPr id="9" name="Text Box 8"/>
          <p:cNvSpPr txBox="1"/>
          <p:nvPr/>
        </p:nvSpPr>
        <p:spPr>
          <a:xfrm>
            <a:off x="3690620" y="2195195"/>
            <a:ext cx="2099945" cy="368300"/>
          </a:xfrm>
          <a:prstGeom prst="rect">
            <a:avLst/>
          </a:prstGeom>
          <a:noFill/>
        </p:spPr>
        <p:txBody>
          <a:bodyPr wrap="square" rtlCol="0">
            <a:spAutoFit/>
          </a:bodyPr>
          <a:lstStyle/>
          <a:p>
            <a:r>
              <a:rPr lang="en-US" dirty="0">
                <a:latin typeface="Times New Roman" panose="02020603050405020304" charset="0"/>
                <a:cs typeface="Times New Roman" panose="02020603050405020304" charset="0"/>
              </a:rPr>
              <a:t>Team Associates</a:t>
            </a:r>
          </a:p>
        </p:txBody>
      </p:sp>
      <p:sp>
        <p:nvSpPr>
          <p:cNvPr id="10" name="Text Box 9"/>
          <p:cNvSpPr txBox="1"/>
          <p:nvPr/>
        </p:nvSpPr>
        <p:spPr>
          <a:xfrm>
            <a:off x="1622425" y="2599690"/>
            <a:ext cx="2497455" cy="465455"/>
          </a:xfrm>
          <a:prstGeom prst="rect">
            <a:avLst/>
          </a:prstGeom>
          <a:noFill/>
        </p:spPr>
        <p:txBody>
          <a:bodyPr wrap="square" rtlCol="0">
            <a:noAutofit/>
          </a:bodyPr>
          <a:lstStyle/>
          <a:p>
            <a:r>
              <a:rPr lang="en-US" sz="1600" u="sng"/>
              <a:t>Name of the student        </a:t>
            </a:r>
          </a:p>
        </p:txBody>
      </p:sp>
      <p:sp>
        <p:nvSpPr>
          <p:cNvPr id="11" name="Text Box 10"/>
          <p:cNvSpPr txBox="1"/>
          <p:nvPr/>
        </p:nvSpPr>
        <p:spPr>
          <a:xfrm>
            <a:off x="1622425" y="2951480"/>
            <a:ext cx="2068195" cy="909955"/>
          </a:xfrm>
          <a:prstGeom prst="rect">
            <a:avLst/>
          </a:prstGeom>
          <a:noFill/>
        </p:spPr>
        <p:txBody>
          <a:bodyPr wrap="square" rtlCol="0">
            <a:noAutofit/>
          </a:bodyPr>
          <a:lstStyle/>
          <a:p>
            <a:pPr algn="just"/>
            <a:r>
              <a:rPr lang="en-US" sz="1200" dirty="0">
                <a:latin typeface="Times New Roman" panose="02020603050405020304" charset="0"/>
                <a:cs typeface="Times New Roman" panose="02020603050405020304" charset="0"/>
              </a:rPr>
              <a:t>KEERTHANA K H                                                       </a:t>
            </a:r>
            <a:r>
              <a:rPr lang="en-US" sz="1200" dirty="0">
                <a:latin typeface="Times New Roman" panose="02020603050405020304" charset="0"/>
                <a:cs typeface="Times New Roman" panose="02020603050405020304" charset="0"/>
                <a:sym typeface="+mn-ea"/>
              </a:rPr>
              <a:t>MISBAH NOORAIN</a:t>
            </a:r>
            <a:r>
              <a:rPr lang="en-US" sz="1200" dirty="0">
                <a:latin typeface="Times New Roman" panose="02020603050405020304" charset="0"/>
                <a:cs typeface="Times New Roman" panose="02020603050405020304" charset="0"/>
              </a:rPr>
              <a:t> 		       </a:t>
            </a:r>
            <a:r>
              <a:rPr lang="en-US" sz="1200" dirty="0">
                <a:latin typeface="Times New Roman" panose="02020603050405020304" charset="0"/>
                <a:cs typeface="Times New Roman" panose="02020603050405020304" charset="0"/>
                <a:sym typeface="+mn-ea"/>
              </a:rPr>
              <a:t>   </a:t>
            </a:r>
          </a:p>
          <a:p>
            <a:pPr algn="just"/>
            <a:r>
              <a:rPr lang="en-US" sz="1200" dirty="0">
                <a:latin typeface="Times New Roman" panose="02020603050405020304" charset="0"/>
                <a:cs typeface="Times New Roman" panose="02020603050405020304" charset="0"/>
                <a:sym typeface="+mn-ea"/>
              </a:rPr>
              <a:t>SMRUTHI D K                                                                    </a:t>
            </a:r>
            <a:endParaRPr lang="en-US" sz="1200" dirty="0">
              <a:latin typeface="Times New Roman" panose="02020603050405020304" charset="0"/>
              <a:cs typeface="Times New Roman" panose="02020603050405020304" charset="0"/>
            </a:endParaRPr>
          </a:p>
          <a:p>
            <a:pPr algn="just"/>
            <a:r>
              <a:rPr lang="en-US" sz="1200" dirty="0">
                <a:latin typeface="Times New Roman" panose="02020603050405020304" charset="0"/>
                <a:cs typeface="Times New Roman" panose="02020603050405020304" charset="0"/>
              </a:rPr>
              <a:t>VARSHA B O                                                                       </a:t>
            </a:r>
          </a:p>
          <a:p>
            <a:r>
              <a:rPr lang="en-US" sz="1200" dirty="0">
                <a:latin typeface="Times New Roman" panose="02020603050405020304" charset="0"/>
                <a:cs typeface="Times New Roman" panose="02020603050405020304" charset="0"/>
              </a:rPr>
              <a:t>  </a:t>
            </a:r>
          </a:p>
        </p:txBody>
      </p:sp>
      <p:sp>
        <p:nvSpPr>
          <p:cNvPr id="14" name="Text Box 13"/>
          <p:cNvSpPr txBox="1"/>
          <p:nvPr/>
        </p:nvSpPr>
        <p:spPr>
          <a:xfrm>
            <a:off x="104140" y="3861435"/>
            <a:ext cx="3368675" cy="860425"/>
          </a:xfrm>
          <a:prstGeom prst="rect">
            <a:avLst/>
          </a:prstGeom>
          <a:noFill/>
        </p:spPr>
        <p:txBody>
          <a:bodyPr wrap="square" rtlCol="0">
            <a:noAutofit/>
          </a:bodyPr>
          <a:lstStyle/>
          <a:p>
            <a:r>
              <a:rPr lang="en-US" sz="1600" b="1" u="sng" dirty="0">
                <a:latin typeface="Book Antiqua" panose="02040602050305030304" charset="0"/>
                <a:cs typeface="Book Antiqua" panose="02040602050305030304" charset="0"/>
              </a:rPr>
              <a:t>Guide</a:t>
            </a:r>
          </a:p>
          <a:p>
            <a:r>
              <a:rPr lang="en-US" sz="1400" dirty="0"/>
              <a:t>Prof. Gowramma B H</a:t>
            </a:r>
          </a:p>
          <a:p>
            <a:pPr>
              <a:lnSpc>
                <a:spcPct val="80000"/>
              </a:lnSpc>
            </a:pPr>
            <a:r>
              <a:rPr lang="en-US" sz="1000" dirty="0"/>
              <a:t>Assistant Professor </a:t>
            </a:r>
          </a:p>
          <a:p>
            <a:pPr algn="l">
              <a:lnSpc>
                <a:spcPct val="80000"/>
              </a:lnSpc>
            </a:pPr>
            <a:r>
              <a:rPr lang="en-US" sz="1000" dirty="0"/>
              <a:t>Computer Science &amp; Engineering(Data Science) </a:t>
            </a:r>
          </a:p>
        </p:txBody>
      </p:sp>
      <p:sp>
        <p:nvSpPr>
          <p:cNvPr id="15" name="Text Box 14"/>
          <p:cNvSpPr txBox="1"/>
          <p:nvPr/>
        </p:nvSpPr>
        <p:spPr>
          <a:xfrm>
            <a:off x="3014980" y="3861435"/>
            <a:ext cx="3048000" cy="860425"/>
          </a:xfrm>
          <a:prstGeom prst="rect">
            <a:avLst/>
          </a:prstGeom>
          <a:noFill/>
        </p:spPr>
        <p:txBody>
          <a:bodyPr wrap="square" rtlCol="0">
            <a:spAutoFit/>
          </a:bodyPr>
          <a:lstStyle/>
          <a:p>
            <a:r>
              <a:rPr lang="en-US" sz="1600" b="1" u="sng" dirty="0">
                <a:latin typeface="Book Antiqua" panose="02040602050305030304" charset="0"/>
                <a:cs typeface="Book Antiqua" panose="02040602050305030304" charset="0"/>
              </a:rPr>
              <a:t>Major-Project Coordinator</a:t>
            </a:r>
            <a:endParaRPr lang="en-US" dirty="0"/>
          </a:p>
          <a:p>
            <a:r>
              <a:rPr lang="en-US" sz="1400" dirty="0"/>
              <a:t>Dr. Prashanth G R</a:t>
            </a:r>
          </a:p>
          <a:p>
            <a:r>
              <a:rPr lang="en-US" sz="1000" dirty="0"/>
              <a:t>Associate Professor</a:t>
            </a:r>
          </a:p>
          <a:p>
            <a:r>
              <a:rPr lang="en-US" sz="1000" dirty="0">
                <a:sym typeface="+mn-ea"/>
              </a:rPr>
              <a:t>Computer Science &amp; Engineering(Data Science)</a:t>
            </a:r>
            <a:endParaRPr lang="en-US" sz="1000" dirty="0"/>
          </a:p>
        </p:txBody>
      </p:sp>
      <p:sp>
        <p:nvSpPr>
          <p:cNvPr id="16" name="Text Box 15"/>
          <p:cNvSpPr txBox="1"/>
          <p:nvPr/>
        </p:nvSpPr>
        <p:spPr>
          <a:xfrm>
            <a:off x="6062980" y="3861435"/>
            <a:ext cx="3160395" cy="977900"/>
          </a:xfrm>
          <a:prstGeom prst="rect">
            <a:avLst/>
          </a:prstGeom>
          <a:noFill/>
        </p:spPr>
        <p:txBody>
          <a:bodyPr wrap="square" rtlCol="0">
            <a:noAutofit/>
          </a:bodyPr>
          <a:lstStyle/>
          <a:p>
            <a:r>
              <a:rPr lang="en-US" sz="1600" b="1" u="sng" dirty="0">
                <a:latin typeface="Book Antiqua" panose="02040602050305030304" charset="0"/>
                <a:cs typeface="Book Antiqua" panose="02040602050305030304" charset="0"/>
              </a:rPr>
              <a:t>program Coordinator</a:t>
            </a:r>
          </a:p>
          <a:p>
            <a:r>
              <a:rPr lang="en-US" sz="1400" dirty="0"/>
              <a:t>Dr. Pradeep N</a:t>
            </a:r>
          </a:p>
          <a:p>
            <a:r>
              <a:rPr lang="en-US" sz="1000" dirty="0">
                <a:sym typeface="+mn-ea"/>
              </a:rPr>
              <a:t>Professor and Head</a:t>
            </a:r>
            <a:endParaRPr lang="en-US" sz="1000" dirty="0"/>
          </a:p>
          <a:p>
            <a:r>
              <a:rPr lang="en-US" sz="1000" dirty="0">
                <a:sym typeface="+mn-ea"/>
              </a:rPr>
              <a:t>Computer Science &amp; Engineering(Data Science)</a:t>
            </a:r>
            <a:endParaRPr lang="en-US" sz="1000" dirty="0"/>
          </a:p>
        </p:txBody>
      </p:sp>
      <p:sp>
        <p:nvSpPr>
          <p:cNvPr id="12" name="Text Box 11"/>
          <p:cNvSpPr txBox="1"/>
          <p:nvPr/>
        </p:nvSpPr>
        <p:spPr>
          <a:xfrm>
            <a:off x="5137150" y="2614295"/>
            <a:ext cx="1056640" cy="337185"/>
          </a:xfrm>
          <a:prstGeom prst="rect">
            <a:avLst/>
          </a:prstGeom>
          <a:noFill/>
        </p:spPr>
        <p:txBody>
          <a:bodyPr wrap="square" rtlCol="0">
            <a:spAutoFit/>
          </a:bodyPr>
          <a:lstStyle/>
          <a:p>
            <a:pPr algn="ctr"/>
            <a:r>
              <a:rPr lang="en-US" sz="1600" u="sng"/>
              <a:t>USN</a:t>
            </a:r>
          </a:p>
        </p:txBody>
      </p:sp>
      <p:sp>
        <p:nvSpPr>
          <p:cNvPr id="13" name="Text Box 12"/>
          <p:cNvSpPr txBox="1"/>
          <p:nvPr/>
        </p:nvSpPr>
        <p:spPr>
          <a:xfrm>
            <a:off x="5233035" y="2951480"/>
            <a:ext cx="2011045" cy="829945"/>
          </a:xfrm>
          <a:prstGeom prst="rect">
            <a:avLst/>
          </a:prstGeom>
          <a:noFill/>
        </p:spPr>
        <p:txBody>
          <a:bodyPr wrap="square" rtlCol="0">
            <a:spAutoFit/>
          </a:bodyPr>
          <a:lstStyle/>
          <a:p>
            <a:r>
              <a:rPr lang="en-US" sz="1200"/>
              <a:t>4BD23CD020</a:t>
            </a:r>
          </a:p>
          <a:p>
            <a:r>
              <a:rPr lang="en-US" sz="1200"/>
              <a:t>4BD23CD026</a:t>
            </a:r>
          </a:p>
          <a:p>
            <a:r>
              <a:rPr lang="en-US" sz="1200"/>
              <a:t>4BD23CD042</a:t>
            </a:r>
          </a:p>
          <a:p>
            <a:r>
              <a:rPr lang="en-US" sz="1200"/>
              <a:t>4BD23CD051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 name="Group 37"/>
          <p:cNvGrpSpPr>
            <a:grpSpLocks noChangeAspect="1"/>
          </p:cNvGrpSpPr>
          <p:nvPr/>
        </p:nvGrpSpPr>
        <p:grpSpPr bwMode="auto">
          <a:xfrm>
            <a:off x="7995285" y="4678045"/>
            <a:ext cx="1149350" cy="456565"/>
            <a:chOff x="4513" y="2717"/>
            <a:chExt cx="1120" cy="517"/>
          </a:xfrm>
        </p:grpSpPr>
        <p:sp>
          <p:nvSpPr>
            <p:cNvPr id="101" name="Freeform 38"/>
            <p:cNvSpPr/>
            <p:nvPr/>
          </p:nvSpPr>
          <p:spPr bwMode="auto">
            <a:xfrm>
              <a:off x="5216" y="2717"/>
              <a:ext cx="95" cy="451"/>
            </a:xfrm>
            <a:custGeom>
              <a:avLst/>
              <a:gdLst>
                <a:gd name="T0" fmla="*/ 39 w 78"/>
                <a:gd name="T1" fmla="*/ 0 h 369"/>
                <a:gd name="T2" fmla="*/ 9 w 78"/>
                <a:gd name="T3" fmla="*/ 305 h 369"/>
                <a:gd name="T4" fmla="*/ 39 w 78"/>
                <a:gd name="T5" fmla="*/ 369 h 369"/>
                <a:gd name="T6" fmla="*/ 69 w 78"/>
                <a:gd name="T7" fmla="*/ 305 h 369"/>
                <a:gd name="T8" fmla="*/ 39 w 78"/>
                <a:gd name="T9" fmla="*/ 0 h 369"/>
              </a:gdLst>
              <a:ahLst/>
              <a:cxnLst>
                <a:cxn ang="0">
                  <a:pos x="T0" y="T1"/>
                </a:cxn>
                <a:cxn ang="0">
                  <a:pos x="T2" y="T3"/>
                </a:cxn>
                <a:cxn ang="0">
                  <a:pos x="T4" y="T5"/>
                </a:cxn>
                <a:cxn ang="0">
                  <a:pos x="T6" y="T7"/>
                </a:cxn>
                <a:cxn ang="0">
                  <a:pos x="T8" y="T9"/>
                </a:cxn>
              </a:cxnLst>
              <a:rect l="0" t="0" r="r" b="b"/>
              <a:pathLst>
                <a:path w="78" h="369">
                  <a:moveTo>
                    <a:pt x="39" y="0"/>
                  </a:moveTo>
                  <a:cubicBezTo>
                    <a:pt x="10" y="77"/>
                    <a:pt x="0" y="272"/>
                    <a:pt x="9" y="305"/>
                  </a:cubicBezTo>
                  <a:cubicBezTo>
                    <a:pt x="19" y="338"/>
                    <a:pt x="39" y="369"/>
                    <a:pt x="39" y="369"/>
                  </a:cubicBezTo>
                  <a:cubicBezTo>
                    <a:pt x="39" y="369"/>
                    <a:pt x="59" y="338"/>
                    <a:pt x="69" y="305"/>
                  </a:cubicBezTo>
                  <a:cubicBezTo>
                    <a:pt x="78" y="272"/>
                    <a:pt x="68" y="77"/>
                    <a:pt x="39" y="0"/>
                  </a:cubicBezTo>
                  <a:close/>
                </a:path>
              </a:pathLst>
            </a:custGeom>
            <a:solidFill>
              <a:srgbClr val="B4AB8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02" name="Line 39"/>
            <p:cNvSpPr>
              <a:spLocks noChangeShapeType="1"/>
            </p:cNvSpPr>
            <p:nvPr/>
          </p:nvSpPr>
          <p:spPr bwMode="auto">
            <a:xfrm>
              <a:off x="5225" y="3071"/>
              <a:ext cx="78" cy="0"/>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03" name="Line 40"/>
            <p:cNvSpPr>
              <a:spLocks noChangeShapeType="1"/>
            </p:cNvSpPr>
            <p:nvPr/>
          </p:nvSpPr>
          <p:spPr bwMode="auto">
            <a:xfrm>
              <a:off x="5223" y="3035"/>
              <a:ext cx="81" cy="0"/>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04" name="Freeform 41"/>
            <p:cNvSpPr/>
            <p:nvPr/>
          </p:nvSpPr>
          <p:spPr bwMode="auto">
            <a:xfrm>
              <a:off x="5165" y="3115"/>
              <a:ext cx="197" cy="119"/>
            </a:xfrm>
            <a:custGeom>
              <a:avLst/>
              <a:gdLst>
                <a:gd name="T0" fmla="*/ 109 w 162"/>
                <a:gd name="T1" fmla="*/ 0 h 97"/>
                <a:gd name="T2" fmla="*/ 81 w 162"/>
                <a:gd name="T3" fmla="*/ 27 h 97"/>
                <a:gd name="T4" fmla="*/ 53 w 162"/>
                <a:gd name="T5" fmla="*/ 0 h 97"/>
                <a:gd name="T6" fmla="*/ 0 w 162"/>
                <a:gd name="T7" fmla="*/ 53 h 97"/>
                <a:gd name="T8" fmla="*/ 0 w 162"/>
                <a:gd name="T9" fmla="*/ 97 h 97"/>
                <a:gd name="T10" fmla="*/ 162 w 162"/>
                <a:gd name="T11" fmla="*/ 97 h 97"/>
                <a:gd name="T12" fmla="*/ 162 w 162"/>
                <a:gd name="T13" fmla="*/ 53 h 97"/>
                <a:gd name="T14" fmla="*/ 109 w 162"/>
                <a:gd name="T15" fmla="*/ 0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 h="97">
                  <a:moveTo>
                    <a:pt x="109" y="0"/>
                  </a:moveTo>
                  <a:cubicBezTo>
                    <a:pt x="109" y="15"/>
                    <a:pt x="96" y="27"/>
                    <a:pt x="81" y="27"/>
                  </a:cubicBezTo>
                  <a:cubicBezTo>
                    <a:pt x="66" y="27"/>
                    <a:pt x="53" y="15"/>
                    <a:pt x="53" y="0"/>
                  </a:cubicBezTo>
                  <a:cubicBezTo>
                    <a:pt x="24" y="0"/>
                    <a:pt x="0" y="24"/>
                    <a:pt x="0" y="53"/>
                  </a:cubicBezTo>
                  <a:cubicBezTo>
                    <a:pt x="0" y="97"/>
                    <a:pt x="0" y="97"/>
                    <a:pt x="0" y="97"/>
                  </a:cubicBezTo>
                  <a:cubicBezTo>
                    <a:pt x="162" y="97"/>
                    <a:pt x="162" y="97"/>
                    <a:pt x="162" y="97"/>
                  </a:cubicBezTo>
                  <a:cubicBezTo>
                    <a:pt x="162" y="53"/>
                    <a:pt x="162" y="53"/>
                    <a:pt x="162" y="53"/>
                  </a:cubicBezTo>
                  <a:cubicBezTo>
                    <a:pt x="162" y="24"/>
                    <a:pt x="138" y="0"/>
                    <a:pt x="109" y="0"/>
                  </a:cubicBezTo>
                  <a:close/>
                </a:path>
              </a:pathLst>
            </a:custGeom>
            <a:solidFill>
              <a:srgbClr val="F5EEE3"/>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05" name="Freeform 42"/>
            <p:cNvSpPr/>
            <p:nvPr/>
          </p:nvSpPr>
          <p:spPr bwMode="auto">
            <a:xfrm>
              <a:off x="5411" y="3020"/>
              <a:ext cx="222" cy="214"/>
            </a:xfrm>
            <a:custGeom>
              <a:avLst/>
              <a:gdLst>
                <a:gd name="T0" fmla="*/ 161 w 182"/>
                <a:gd name="T1" fmla="*/ 42 h 175"/>
                <a:gd name="T2" fmla="*/ 124 w 182"/>
                <a:gd name="T3" fmla="*/ 42 h 175"/>
                <a:gd name="T4" fmla="*/ 124 w 182"/>
                <a:gd name="T5" fmla="*/ 0 h 175"/>
                <a:gd name="T6" fmla="*/ 57 w 182"/>
                <a:gd name="T7" fmla="*/ 0 h 175"/>
                <a:gd name="T8" fmla="*/ 57 w 182"/>
                <a:gd name="T9" fmla="*/ 42 h 175"/>
                <a:gd name="T10" fmla="*/ 21 w 182"/>
                <a:gd name="T11" fmla="*/ 42 h 175"/>
                <a:gd name="T12" fmla="*/ 0 w 182"/>
                <a:gd name="T13" fmla="*/ 63 h 175"/>
                <a:gd name="T14" fmla="*/ 0 w 182"/>
                <a:gd name="T15" fmla="*/ 154 h 175"/>
                <a:gd name="T16" fmla="*/ 21 w 182"/>
                <a:gd name="T17" fmla="*/ 175 h 175"/>
                <a:gd name="T18" fmla="*/ 161 w 182"/>
                <a:gd name="T19" fmla="*/ 175 h 175"/>
                <a:gd name="T20" fmla="*/ 182 w 182"/>
                <a:gd name="T21" fmla="*/ 154 h 175"/>
                <a:gd name="T22" fmla="*/ 182 w 182"/>
                <a:gd name="T23" fmla="*/ 63 h 175"/>
                <a:gd name="T24" fmla="*/ 161 w 182"/>
                <a:gd name="T25" fmla="*/ 4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175">
                  <a:moveTo>
                    <a:pt x="161" y="42"/>
                  </a:moveTo>
                  <a:cubicBezTo>
                    <a:pt x="124" y="42"/>
                    <a:pt x="124" y="42"/>
                    <a:pt x="124" y="42"/>
                  </a:cubicBezTo>
                  <a:cubicBezTo>
                    <a:pt x="124" y="0"/>
                    <a:pt x="124" y="0"/>
                    <a:pt x="124" y="0"/>
                  </a:cubicBezTo>
                  <a:cubicBezTo>
                    <a:pt x="57" y="0"/>
                    <a:pt x="57" y="0"/>
                    <a:pt x="57" y="0"/>
                  </a:cubicBezTo>
                  <a:cubicBezTo>
                    <a:pt x="57" y="42"/>
                    <a:pt x="57" y="42"/>
                    <a:pt x="57" y="42"/>
                  </a:cubicBezTo>
                  <a:cubicBezTo>
                    <a:pt x="21" y="42"/>
                    <a:pt x="21" y="42"/>
                    <a:pt x="21" y="42"/>
                  </a:cubicBezTo>
                  <a:cubicBezTo>
                    <a:pt x="9" y="42"/>
                    <a:pt x="0" y="52"/>
                    <a:pt x="0" y="63"/>
                  </a:cubicBezTo>
                  <a:cubicBezTo>
                    <a:pt x="0" y="154"/>
                    <a:pt x="0" y="154"/>
                    <a:pt x="0" y="154"/>
                  </a:cubicBezTo>
                  <a:cubicBezTo>
                    <a:pt x="0" y="166"/>
                    <a:pt x="9" y="175"/>
                    <a:pt x="21" y="175"/>
                  </a:cubicBezTo>
                  <a:cubicBezTo>
                    <a:pt x="161" y="175"/>
                    <a:pt x="161" y="175"/>
                    <a:pt x="161" y="175"/>
                  </a:cubicBezTo>
                  <a:cubicBezTo>
                    <a:pt x="173" y="175"/>
                    <a:pt x="182" y="166"/>
                    <a:pt x="182" y="154"/>
                  </a:cubicBezTo>
                  <a:cubicBezTo>
                    <a:pt x="182" y="63"/>
                    <a:pt x="182" y="63"/>
                    <a:pt x="182" y="63"/>
                  </a:cubicBezTo>
                  <a:cubicBezTo>
                    <a:pt x="182" y="52"/>
                    <a:pt x="173" y="42"/>
                    <a:pt x="161" y="42"/>
                  </a:cubicBezTo>
                  <a:close/>
                </a:path>
              </a:pathLst>
            </a:custGeom>
            <a:solidFill>
              <a:srgbClr val="B4AB8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06" name="Rectangle 43"/>
            <p:cNvSpPr>
              <a:spLocks noChangeArrowheads="1"/>
            </p:cNvSpPr>
            <p:nvPr/>
          </p:nvSpPr>
          <p:spPr bwMode="auto">
            <a:xfrm>
              <a:off x="5411" y="3121"/>
              <a:ext cx="222" cy="53"/>
            </a:xfrm>
            <a:prstGeom prst="rect">
              <a:avLst/>
            </a:prstGeom>
            <a:solidFill>
              <a:srgbClr val="F5EEE3"/>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07" name="Rectangle 44"/>
            <p:cNvSpPr>
              <a:spLocks noChangeArrowheads="1"/>
            </p:cNvSpPr>
            <p:nvPr/>
          </p:nvSpPr>
          <p:spPr bwMode="auto">
            <a:xfrm>
              <a:off x="5452" y="2969"/>
              <a:ext cx="139" cy="51"/>
            </a:xfrm>
            <a:prstGeom prst="rect">
              <a:avLst/>
            </a:prstGeom>
            <a:solidFill>
              <a:srgbClr val="87747E"/>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08" name="Line 45"/>
            <p:cNvSpPr>
              <a:spLocks noChangeShapeType="1"/>
            </p:cNvSpPr>
            <p:nvPr/>
          </p:nvSpPr>
          <p:spPr bwMode="auto">
            <a:xfrm>
              <a:off x="5452" y="3108"/>
              <a:ext cx="0" cy="86"/>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09" name="Rectangle 46"/>
            <p:cNvSpPr>
              <a:spLocks noChangeArrowheads="1"/>
            </p:cNvSpPr>
            <p:nvPr/>
          </p:nvSpPr>
          <p:spPr bwMode="auto">
            <a:xfrm>
              <a:off x="4513" y="2943"/>
              <a:ext cx="485" cy="291"/>
            </a:xfrm>
            <a:prstGeom prst="rect">
              <a:avLst/>
            </a:prstGeom>
            <a:solidFill>
              <a:srgbClr val="FAFAFA"/>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sp>
          <p:nvSpPr>
            <p:cNvPr id="110" name="Line 47"/>
            <p:cNvSpPr>
              <a:spLocks noChangeShapeType="1"/>
            </p:cNvSpPr>
            <p:nvPr/>
          </p:nvSpPr>
          <p:spPr bwMode="auto">
            <a:xfrm>
              <a:off x="4563"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11" name="Line 48"/>
            <p:cNvSpPr>
              <a:spLocks noChangeShapeType="1"/>
            </p:cNvSpPr>
            <p:nvPr/>
          </p:nvSpPr>
          <p:spPr bwMode="auto">
            <a:xfrm>
              <a:off x="4611"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12" name="Line 49"/>
            <p:cNvSpPr>
              <a:spLocks noChangeShapeType="1"/>
            </p:cNvSpPr>
            <p:nvPr/>
          </p:nvSpPr>
          <p:spPr bwMode="auto">
            <a:xfrm>
              <a:off x="4659"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13" name="Line 50"/>
            <p:cNvSpPr>
              <a:spLocks noChangeShapeType="1"/>
            </p:cNvSpPr>
            <p:nvPr/>
          </p:nvSpPr>
          <p:spPr bwMode="auto">
            <a:xfrm>
              <a:off x="4707"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14" name="Line 51"/>
            <p:cNvSpPr>
              <a:spLocks noChangeShapeType="1"/>
            </p:cNvSpPr>
            <p:nvPr/>
          </p:nvSpPr>
          <p:spPr bwMode="auto">
            <a:xfrm>
              <a:off x="4756"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15" name="Line 52"/>
            <p:cNvSpPr>
              <a:spLocks noChangeShapeType="1"/>
            </p:cNvSpPr>
            <p:nvPr/>
          </p:nvSpPr>
          <p:spPr bwMode="auto">
            <a:xfrm>
              <a:off x="4804"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16" name="Line 53"/>
            <p:cNvSpPr>
              <a:spLocks noChangeShapeType="1"/>
            </p:cNvSpPr>
            <p:nvPr/>
          </p:nvSpPr>
          <p:spPr bwMode="auto">
            <a:xfrm>
              <a:off x="4852"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17" name="Line 54"/>
            <p:cNvSpPr>
              <a:spLocks noChangeShapeType="1"/>
            </p:cNvSpPr>
            <p:nvPr/>
          </p:nvSpPr>
          <p:spPr bwMode="auto">
            <a:xfrm>
              <a:off x="4901"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18" name="Line 55"/>
            <p:cNvSpPr>
              <a:spLocks noChangeShapeType="1"/>
            </p:cNvSpPr>
            <p:nvPr/>
          </p:nvSpPr>
          <p:spPr bwMode="auto">
            <a:xfrm>
              <a:off x="4948" y="2927"/>
              <a:ext cx="0" cy="31"/>
            </a:xfrm>
            <a:prstGeom prst="line">
              <a:avLst/>
            </a:prstGeom>
            <a:noFill/>
            <a:ln w="23813"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21" name="Freeform 58"/>
            <p:cNvSpPr/>
            <p:nvPr/>
          </p:nvSpPr>
          <p:spPr bwMode="auto">
            <a:xfrm>
              <a:off x="4998" y="2976"/>
              <a:ext cx="69" cy="258"/>
            </a:xfrm>
            <a:custGeom>
              <a:avLst/>
              <a:gdLst>
                <a:gd name="T0" fmla="*/ 0 w 69"/>
                <a:gd name="T1" fmla="*/ 0 h 258"/>
                <a:gd name="T2" fmla="*/ 69 w 69"/>
                <a:gd name="T3" fmla="*/ 258 h 258"/>
                <a:gd name="T4" fmla="*/ 0 w 69"/>
                <a:gd name="T5" fmla="*/ 258 h 258"/>
                <a:gd name="T6" fmla="*/ 0 w 69"/>
                <a:gd name="T7" fmla="*/ 0 h 258"/>
              </a:gdLst>
              <a:ahLst/>
              <a:cxnLst>
                <a:cxn ang="0">
                  <a:pos x="T0" y="T1"/>
                </a:cxn>
                <a:cxn ang="0">
                  <a:pos x="T2" y="T3"/>
                </a:cxn>
                <a:cxn ang="0">
                  <a:pos x="T4" y="T5"/>
                </a:cxn>
                <a:cxn ang="0">
                  <a:pos x="T6" y="T7"/>
                </a:cxn>
              </a:cxnLst>
              <a:rect l="0" t="0" r="r" b="b"/>
              <a:pathLst>
                <a:path w="69" h="258">
                  <a:moveTo>
                    <a:pt x="0" y="0"/>
                  </a:moveTo>
                  <a:lnTo>
                    <a:pt x="69" y="258"/>
                  </a:lnTo>
                  <a:lnTo>
                    <a:pt x="0" y="258"/>
                  </a:lnTo>
                  <a:lnTo>
                    <a:pt x="0" y="0"/>
                  </a:lnTo>
                  <a:close/>
                </a:path>
              </a:pathLst>
            </a:custGeom>
            <a:solidFill>
              <a:srgbClr val="D26859"/>
            </a:solidFill>
            <a:ln w="23813" cap="rnd">
              <a:solidFill>
                <a:srgbClr val="87747E"/>
              </a:solidFill>
              <a:prstDash val="solid"/>
              <a:round/>
            </a:ln>
          </p:spPr>
          <p:txBody>
            <a:bodyPr vert="horz" wrap="square" lIns="91440" tIns="45720" rIns="91440" bIns="45720" numCol="1" anchor="t" anchorCtr="0" compatLnSpc="1"/>
            <a:lstStyle/>
            <a:p>
              <a:endParaRPr lang="zh-CN" altLang="en-US">
                <a:cs typeface="Open Sans" panose="020B0606030504020204" charset="0"/>
              </a:endParaRPr>
            </a:p>
          </p:txBody>
        </p:sp>
      </p:grpSp>
      <p:sp>
        <p:nvSpPr>
          <p:cNvPr id="122" name="文本框 121"/>
          <p:cNvSpPr txBox="1"/>
          <p:nvPr/>
        </p:nvSpPr>
        <p:spPr>
          <a:xfrm>
            <a:off x="468948" y="119680"/>
            <a:ext cx="1900555" cy="521970"/>
          </a:xfrm>
          <a:prstGeom prst="rect">
            <a:avLst/>
          </a:prstGeom>
          <a:noFill/>
        </p:spPr>
        <p:txBody>
          <a:bodyPr wrap="none" rtlCol="0">
            <a:spAutoFit/>
          </a:bodyPr>
          <a:lstStyle/>
          <a:p>
            <a:pPr algn="ctr"/>
            <a:r>
              <a:rPr lang="en-US" altLang="zh-CN" sz="2800" b="1">
                <a:solidFill>
                  <a:srgbClr val="87747E"/>
                </a:solidFill>
                <a:latin typeface="+mj-ea"/>
                <a:ea typeface="+mj-ea"/>
                <a:cs typeface="Open Sans" panose="020B0606030504020204" charset="0"/>
              </a:rPr>
              <a:t>ABSTRACT</a:t>
            </a:r>
          </a:p>
        </p:txBody>
      </p:sp>
      <p:sp>
        <p:nvSpPr>
          <p:cNvPr id="129" name="Oval 63"/>
          <p:cNvSpPr>
            <a:spLocks noChangeArrowheads="1"/>
          </p:cNvSpPr>
          <p:nvPr/>
        </p:nvSpPr>
        <p:spPr bwMode="auto">
          <a:xfrm>
            <a:off x="7521576" y="455930"/>
            <a:ext cx="104775" cy="104775"/>
          </a:xfrm>
          <a:prstGeom prst="ellipse">
            <a:avLst/>
          </a:prstGeom>
          <a:noFill/>
          <a:ln w="25400" cap="rnd">
            <a:solidFill>
              <a:srgbClr val="87747E"/>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30" name="Oval 64"/>
          <p:cNvSpPr>
            <a:spLocks noChangeArrowheads="1"/>
          </p:cNvSpPr>
          <p:nvPr/>
        </p:nvSpPr>
        <p:spPr bwMode="auto">
          <a:xfrm>
            <a:off x="2574926" y="4913313"/>
            <a:ext cx="101600" cy="104775"/>
          </a:xfrm>
          <a:prstGeom prst="ellipse">
            <a:avLst/>
          </a:prstGeom>
          <a:noFill/>
          <a:ln w="25400" cap="rnd">
            <a:solidFill>
              <a:srgbClr val="87747E"/>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40" name="Line 74"/>
          <p:cNvSpPr>
            <a:spLocks noChangeShapeType="1"/>
          </p:cNvSpPr>
          <p:nvPr/>
        </p:nvSpPr>
        <p:spPr bwMode="auto">
          <a:xfrm>
            <a:off x="8624888" y="560388"/>
            <a:ext cx="509588" cy="0"/>
          </a:xfrm>
          <a:prstGeom prst="line">
            <a:avLst/>
          </a:prstGeom>
          <a:noFill/>
          <a:ln w="25400"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143" name="Line 74"/>
          <p:cNvSpPr>
            <a:spLocks noChangeShapeType="1"/>
          </p:cNvSpPr>
          <p:nvPr/>
        </p:nvSpPr>
        <p:spPr bwMode="auto">
          <a:xfrm>
            <a:off x="715010" y="631190"/>
            <a:ext cx="1409065" cy="10160"/>
          </a:xfrm>
          <a:prstGeom prst="line">
            <a:avLst/>
          </a:prstGeom>
          <a:noFill/>
          <a:ln w="25400"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4" name="Text Box 3"/>
          <p:cNvSpPr txBox="1"/>
          <p:nvPr/>
        </p:nvSpPr>
        <p:spPr>
          <a:xfrm>
            <a:off x="402590" y="635635"/>
            <a:ext cx="8211820" cy="3415030"/>
          </a:xfrm>
          <a:prstGeom prst="rect">
            <a:avLst/>
          </a:prstGeom>
          <a:noFill/>
        </p:spPr>
        <p:txBody>
          <a:bodyPr wrap="square" rtlCol="0">
            <a:spAutoFit/>
          </a:bodyPr>
          <a:lstStyle/>
          <a:p>
            <a:pPr algn="just">
              <a:lnSpc>
                <a:spcPct val="150000"/>
              </a:lnSpc>
            </a:pPr>
            <a:r>
              <a:rPr lang="en-US" altLang="en-US" sz="1600" dirty="0"/>
              <a:t>Alzheimer’s disease is a progressive neurodegenerative disorder that affects memory and cognitive functions, making early diagnosis essential yet challenging due to complex brain patterns and varying clinical symptoms. This project proposes an intelligent Alzheimer’s disease classification system using a multimodal vision-language approach. It integrates MRI images and radiology reports using deep learning models, where image and text features are extracted and combined through a Vision-Language Model to improve prediction accuracy. The system will also provide confidence-based results and visual explanations using Explainable Artificial Intelligence techniques.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743200" y="391795"/>
            <a:ext cx="4025462" cy="460375"/>
          </a:xfrm>
          <a:prstGeom prst="rect">
            <a:avLst/>
          </a:prstGeom>
          <a:noFill/>
        </p:spPr>
        <p:txBody>
          <a:bodyPr wrap="square" rtlCol="0">
            <a:spAutoFit/>
          </a:bodyPr>
          <a:lstStyle/>
          <a:p>
            <a:pPr lvl="1" algn="l"/>
            <a:r>
              <a:rPr lang="en-US" sz="2400" b="1" dirty="0">
                <a:solidFill>
                  <a:srgbClr val="87747E"/>
                </a:solidFill>
              </a:rPr>
              <a:t>INTRODUCTION</a:t>
            </a:r>
          </a:p>
        </p:txBody>
      </p:sp>
      <p:sp>
        <p:nvSpPr>
          <p:cNvPr id="3" name="Text Box 2"/>
          <p:cNvSpPr txBox="1"/>
          <p:nvPr/>
        </p:nvSpPr>
        <p:spPr>
          <a:xfrm>
            <a:off x="439202" y="1024890"/>
            <a:ext cx="4922482" cy="3355384"/>
          </a:xfrm>
          <a:prstGeom prst="rect">
            <a:avLst/>
          </a:prstGeom>
          <a:noFill/>
        </p:spPr>
        <p:txBody>
          <a:bodyPr wrap="square" rtlCol="0">
            <a:noAutofit/>
          </a:bodyPr>
          <a:lstStyle/>
          <a:p>
            <a:r>
              <a:rPr lang="en-US" b="1" dirty="0"/>
              <a:t>Alzheimer’s Disease :</a:t>
            </a:r>
          </a:p>
          <a:p>
            <a:endParaRPr lang="en-US" dirty="0"/>
          </a:p>
          <a:p>
            <a:pPr marL="285750" indent="-285750">
              <a:buFont typeface="Arial" panose="020B0604020202020204" pitchFamily="34" charset="0"/>
              <a:buChar char="•"/>
            </a:pPr>
            <a:r>
              <a:rPr lang="en-US" dirty="0"/>
              <a:t>Alzheimer’s disease is a progressive neurological disorder affecting memory and cognition.</a:t>
            </a:r>
          </a:p>
          <a:p>
            <a:endParaRPr lang="en-US" dirty="0"/>
          </a:p>
          <a:p>
            <a:pPr marL="285750" indent="-285750">
              <a:buFont typeface="Arial" panose="020B0604020202020204" pitchFamily="34" charset="0"/>
              <a:buChar char="•"/>
            </a:pPr>
            <a:r>
              <a:rPr lang="en-US" dirty="0"/>
              <a:t>It is caused by brain cell degeneration leading to brain shrinkage (atrophy).</a:t>
            </a:r>
          </a:p>
          <a:p>
            <a:endParaRPr lang="en-US" dirty="0"/>
          </a:p>
          <a:p>
            <a:pPr marL="285750" indent="-285750">
              <a:buFont typeface="Arial" panose="020B0604020202020204" pitchFamily="34" charset="0"/>
              <a:buChar char="•"/>
            </a:pPr>
            <a:r>
              <a:rPr lang="en-US" dirty="0"/>
              <a:t>MRI scans will help in identifying structural changes in the brain.</a:t>
            </a:r>
          </a:p>
        </p:txBody>
      </p:sp>
      <p:sp>
        <p:nvSpPr>
          <p:cNvPr id="143" name="Line 74"/>
          <p:cNvSpPr>
            <a:spLocks noChangeShapeType="1"/>
          </p:cNvSpPr>
          <p:nvPr/>
        </p:nvSpPr>
        <p:spPr bwMode="auto">
          <a:xfrm flipV="1">
            <a:off x="3405286" y="820201"/>
            <a:ext cx="2194560" cy="1270"/>
          </a:xfrm>
          <a:prstGeom prst="line">
            <a:avLst/>
          </a:prstGeom>
          <a:noFill/>
          <a:ln w="25400" cap="rnd">
            <a:solidFill>
              <a:srgbClr val="87747E"/>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cs typeface="Open Sans" panose="020B0606030504020204" charset="0"/>
            </a:endParaRPr>
          </a:p>
        </p:txBody>
      </p:sp>
      <p:pic>
        <p:nvPicPr>
          <p:cNvPr id="5" name="Picture 4"/>
          <p:cNvPicPr>
            <a:picLocks noChangeAspect="1"/>
          </p:cNvPicPr>
          <p:nvPr/>
        </p:nvPicPr>
        <p:blipFill>
          <a:blip r:embed="rId2"/>
          <a:stretch>
            <a:fillRect/>
          </a:stretch>
        </p:blipFill>
        <p:spPr>
          <a:xfrm>
            <a:off x="5150069" y="1149526"/>
            <a:ext cx="3703615" cy="34034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2835" y="524781"/>
            <a:ext cx="4587764" cy="369332"/>
          </a:xfrm>
          <a:prstGeom prst="rect">
            <a:avLst/>
          </a:prstGeom>
          <a:noFill/>
        </p:spPr>
        <p:txBody>
          <a:bodyPr wrap="square">
            <a:spAutoFit/>
          </a:bodyPr>
          <a:lstStyle/>
          <a:p>
            <a:r>
              <a:rPr lang="en-IN" b="1" dirty="0"/>
              <a:t>Stages of Alzheimer’s Disease :</a:t>
            </a:r>
          </a:p>
        </p:txBody>
      </p:sp>
      <p:sp>
        <p:nvSpPr>
          <p:cNvPr id="5" name="TextBox 4"/>
          <p:cNvSpPr txBox="1"/>
          <p:nvPr/>
        </p:nvSpPr>
        <p:spPr>
          <a:xfrm>
            <a:off x="212835" y="1205410"/>
            <a:ext cx="7953703" cy="2308324"/>
          </a:xfrm>
          <a:prstGeom prst="rect">
            <a:avLst/>
          </a:prstGeom>
          <a:noFill/>
        </p:spPr>
        <p:txBody>
          <a:bodyPr wrap="square">
            <a:spAutoFit/>
          </a:bodyPr>
          <a:lstStyle/>
          <a:p>
            <a:pPr marL="285750" indent="-285750">
              <a:buFont typeface="Arial" panose="020B0604020202020204" pitchFamily="34" charset="0"/>
              <a:buChar char="•"/>
            </a:pPr>
            <a:r>
              <a:rPr lang="en-IN" dirty="0"/>
              <a:t> Normal : No significant cognitive impairment, brain functions will be normal.</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Mild Cognitive Impairment (MCI) : Early stage with slight memory loss and cognitive changes.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Alzheimer’s Disease : Severe stage with significant memory loss and impaired daily functioning.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2835" y="556313"/>
            <a:ext cx="4587764" cy="369332"/>
          </a:xfrm>
          <a:prstGeom prst="rect">
            <a:avLst/>
          </a:prstGeom>
          <a:noFill/>
        </p:spPr>
        <p:txBody>
          <a:bodyPr wrap="square">
            <a:spAutoFit/>
          </a:bodyPr>
          <a:lstStyle/>
          <a:p>
            <a:r>
              <a:rPr lang="en-IN" b="1" dirty="0"/>
              <a:t>Technologies and Proposed Approach :</a:t>
            </a:r>
          </a:p>
        </p:txBody>
      </p:sp>
      <p:sp>
        <p:nvSpPr>
          <p:cNvPr id="5" name="TextBox 4"/>
          <p:cNvSpPr txBox="1"/>
          <p:nvPr/>
        </p:nvSpPr>
        <p:spPr>
          <a:xfrm>
            <a:off x="212835" y="1298139"/>
            <a:ext cx="8090336" cy="2306955"/>
          </a:xfrm>
          <a:prstGeom prst="rect">
            <a:avLst/>
          </a:prstGeom>
          <a:noFill/>
        </p:spPr>
        <p:txBody>
          <a:bodyPr wrap="square">
            <a:spAutoFit/>
          </a:bodyPr>
          <a:lstStyle/>
          <a:p>
            <a:pPr marL="285750" indent="-285750">
              <a:buFont typeface="Arial" panose="020B0604020202020204" pitchFamily="34" charset="0"/>
              <a:buChar char="•"/>
            </a:pPr>
            <a:r>
              <a:rPr lang="en-IN" dirty="0"/>
              <a:t> CNN / Vision Transformer : Will be used to extract features from MRI brain images.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BERT / Transformer Models : Will process and encode radiology reports into meaningful representations.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Vision–Language Model (</a:t>
            </a:r>
            <a:r>
              <a:rPr lang="en-US" altLang="en-IN" dirty="0"/>
              <a:t>CLIP / medCLIP</a:t>
            </a:r>
            <a:r>
              <a:rPr lang="en-IN" dirty="0"/>
              <a:t>) : Will integrate image and text features for multimodal understanding.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框 31"/>
          <p:cNvSpPr txBox="1"/>
          <p:nvPr/>
        </p:nvSpPr>
        <p:spPr>
          <a:xfrm>
            <a:off x="158115" y="98425"/>
            <a:ext cx="2689860" cy="235585"/>
          </a:xfrm>
          <a:prstGeom prst="rect">
            <a:avLst/>
          </a:prstGeom>
          <a:noFill/>
        </p:spPr>
        <p:txBody>
          <a:bodyPr wrap="none" rtlCol="0">
            <a:noAutofit/>
          </a:bodyPr>
          <a:lstStyle/>
          <a:p>
            <a:pPr algn="ctr"/>
            <a:r>
              <a:rPr lang="en-US" altLang="zh-CN" sz="2000" b="1" cap="all">
                <a:solidFill>
                  <a:srgbClr val="87747E"/>
                </a:solidFill>
                <a:uFillTx/>
                <a:latin typeface="+mj-lt"/>
                <a:ea typeface="Open Sans" panose="020B0606030504020204" charset="0"/>
                <a:cs typeface="Open Sans" panose="020B0606030504020204" charset="0"/>
                <a:sym typeface="+mn-ea"/>
              </a:rPr>
              <a:t>LITERATURE SURVEY</a:t>
            </a:r>
            <a:endParaRPr lang="en-US" altLang="zh-CN" sz="2000" b="1">
              <a:solidFill>
                <a:srgbClr val="87747E"/>
              </a:solidFill>
              <a:latin typeface="+mj-lt"/>
              <a:ea typeface="Open Sans" panose="020B0606030504020204" charset="0"/>
              <a:cs typeface="Open Sans" panose="020B0606030504020204" charset="0"/>
            </a:endParaRPr>
          </a:p>
        </p:txBody>
      </p:sp>
      <p:sp>
        <p:nvSpPr>
          <p:cNvPr id="2" name="Text Box 1"/>
          <p:cNvSpPr txBox="1"/>
          <p:nvPr/>
        </p:nvSpPr>
        <p:spPr>
          <a:xfrm>
            <a:off x="-102235" y="2461260"/>
            <a:ext cx="3048000" cy="368300"/>
          </a:xfrm>
          <a:prstGeom prst="rect">
            <a:avLst/>
          </a:prstGeom>
          <a:noFill/>
        </p:spPr>
        <p:txBody>
          <a:bodyPr wrap="square" rtlCol="0">
            <a:spAutoFit/>
          </a:bodyPr>
          <a:lstStyle/>
          <a:p>
            <a:endParaRPr lang="en-US"/>
          </a:p>
        </p:txBody>
      </p:sp>
      <p:pic>
        <p:nvPicPr>
          <p:cNvPr id="3" name="Picture 2">
            <a:extLst>
              <a:ext uri="{FF2B5EF4-FFF2-40B4-BE49-F238E27FC236}">
                <a16:creationId xmlns:a16="http://schemas.microsoft.com/office/drawing/2014/main" id="{6C40B51E-DF97-2570-079A-179818959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510" y="896119"/>
            <a:ext cx="8602980" cy="34985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p:cNvSpPr txBox="1"/>
          <p:nvPr>
            <p:custDataLst>
              <p:tags r:id="rId1"/>
            </p:custDataLst>
          </p:nvPr>
        </p:nvSpPr>
        <p:spPr>
          <a:xfrm>
            <a:off x="4976620" y="2008589"/>
            <a:ext cx="1137065" cy="337185"/>
          </a:xfrm>
          <a:prstGeom prst="rect">
            <a:avLst/>
          </a:prstGeom>
          <a:noFill/>
        </p:spPr>
        <p:txBody>
          <a:bodyPr wrap="square" rtlCol="0">
            <a:spAutoFit/>
          </a:bodyPr>
          <a:lstStyle>
            <a:defPPr>
              <a:defRPr lang="en-US"/>
            </a:defPPr>
            <a:lvl1pPr algn="dist">
              <a:defRPr sz="2400">
                <a:solidFill>
                  <a:srgbClr val="87747E"/>
                </a:solidFill>
                <a:latin typeface="+mn-ea"/>
              </a:defRPr>
            </a:lvl1pPr>
          </a:lstStyle>
          <a:p>
            <a:pPr algn="ctr"/>
            <a:r>
              <a:rPr lang="zh-CN" altLang="en-US" sz="1600" b="1">
                <a:solidFill>
                  <a:schemeClr val="bg1"/>
                </a:solidFill>
                <a:cs typeface="Open Sans" panose="020B0606030504020204" charset="0"/>
              </a:rPr>
              <a:t>Topic </a:t>
            </a:r>
          </a:p>
        </p:txBody>
      </p:sp>
      <p:sp>
        <p:nvSpPr>
          <p:cNvPr id="63" name="Freeform 935"/>
          <p:cNvSpPr>
            <a:spLocks noEditPoints="1"/>
          </p:cNvSpPr>
          <p:nvPr>
            <p:custDataLst>
              <p:tags r:id="rId2"/>
            </p:custDataLst>
          </p:nvPr>
        </p:nvSpPr>
        <p:spPr bwMode="auto">
          <a:xfrm>
            <a:off x="1471695" y="1501089"/>
            <a:ext cx="378711" cy="406375"/>
          </a:xfrm>
          <a:custGeom>
            <a:avLst/>
            <a:gdLst>
              <a:gd name="T0" fmla="*/ 41 w 350"/>
              <a:gd name="T1" fmla="*/ 89 h 376"/>
              <a:gd name="T2" fmla="*/ 0 w 350"/>
              <a:gd name="T3" fmla="*/ 162 h 376"/>
              <a:gd name="T4" fmla="*/ 0 w 350"/>
              <a:gd name="T5" fmla="*/ 178 h 376"/>
              <a:gd name="T6" fmla="*/ 1 w 350"/>
              <a:gd name="T7" fmla="*/ 188 h 376"/>
              <a:gd name="T8" fmla="*/ 3 w 350"/>
              <a:gd name="T9" fmla="*/ 197 h 376"/>
              <a:gd name="T10" fmla="*/ 30 w 350"/>
              <a:gd name="T11" fmla="*/ 254 h 376"/>
              <a:gd name="T12" fmla="*/ 144 w 350"/>
              <a:gd name="T13" fmla="*/ 374 h 376"/>
              <a:gd name="T14" fmla="*/ 210 w 350"/>
              <a:gd name="T15" fmla="*/ 374 h 376"/>
              <a:gd name="T16" fmla="*/ 312 w 350"/>
              <a:gd name="T17" fmla="*/ 270 h 376"/>
              <a:gd name="T18" fmla="*/ 347 w 350"/>
              <a:gd name="T19" fmla="*/ 197 h 376"/>
              <a:gd name="T20" fmla="*/ 349 w 350"/>
              <a:gd name="T21" fmla="*/ 188 h 376"/>
              <a:gd name="T22" fmla="*/ 350 w 350"/>
              <a:gd name="T23" fmla="*/ 178 h 376"/>
              <a:gd name="T24" fmla="*/ 318 w 350"/>
              <a:gd name="T25" fmla="*/ 97 h 376"/>
              <a:gd name="T26" fmla="*/ 309 w 350"/>
              <a:gd name="T27" fmla="*/ 89 h 376"/>
              <a:gd name="T28" fmla="*/ 254 w 350"/>
              <a:gd name="T29" fmla="*/ 68 h 376"/>
              <a:gd name="T30" fmla="*/ 216 w 350"/>
              <a:gd name="T31" fmla="*/ 75 h 376"/>
              <a:gd name="T32" fmla="*/ 236 w 350"/>
              <a:gd name="T33" fmla="*/ 30 h 376"/>
              <a:gd name="T34" fmla="*/ 225 w 350"/>
              <a:gd name="T35" fmla="*/ 6 h 376"/>
              <a:gd name="T36" fmla="*/ 187 w 350"/>
              <a:gd name="T37" fmla="*/ 41 h 376"/>
              <a:gd name="T38" fmla="*/ 124 w 350"/>
              <a:gd name="T39" fmla="*/ 9 h 376"/>
              <a:gd name="T40" fmla="*/ 99 w 350"/>
              <a:gd name="T41" fmla="*/ 68 h 376"/>
              <a:gd name="T42" fmla="*/ 45 w 350"/>
              <a:gd name="T43" fmla="*/ 85 h 376"/>
              <a:gd name="T44" fmla="*/ 219 w 350"/>
              <a:gd name="T45" fmla="*/ 25 h 376"/>
              <a:gd name="T46" fmla="*/ 219 w 350"/>
              <a:gd name="T47" fmla="*/ 24 h 376"/>
              <a:gd name="T48" fmla="*/ 178 w 350"/>
              <a:gd name="T49" fmla="*/ 62 h 376"/>
              <a:gd name="T50" fmla="*/ 175 w 350"/>
              <a:gd name="T51" fmla="*/ 92 h 376"/>
              <a:gd name="T52" fmla="*/ 151 w 350"/>
              <a:gd name="T53" fmla="*/ 84 h 376"/>
              <a:gd name="T54" fmla="*/ 144 w 350"/>
              <a:gd name="T55" fmla="*/ 80 h 376"/>
              <a:gd name="T56" fmla="*/ 134 w 350"/>
              <a:gd name="T57" fmla="*/ 25 h 376"/>
              <a:gd name="T58" fmla="*/ 97 w 350"/>
              <a:gd name="T59" fmla="*/ 84 h 376"/>
              <a:gd name="T60" fmla="*/ 128 w 350"/>
              <a:gd name="T61" fmla="*/ 90 h 376"/>
              <a:gd name="T62" fmla="*/ 142 w 350"/>
              <a:gd name="T63" fmla="*/ 97 h 376"/>
              <a:gd name="T64" fmla="*/ 175 w 350"/>
              <a:gd name="T65" fmla="*/ 108 h 376"/>
              <a:gd name="T66" fmla="*/ 181 w 350"/>
              <a:gd name="T67" fmla="*/ 109 h 376"/>
              <a:gd name="T68" fmla="*/ 208 w 350"/>
              <a:gd name="T69" fmla="*/ 97 h 376"/>
              <a:gd name="T70" fmla="*/ 251 w 350"/>
              <a:gd name="T71" fmla="*/ 84 h 376"/>
              <a:gd name="T72" fmla="*/ 296 w 350"/>
              <a:gd name="T73" fmla="*/ 99 h 376"/>
              <a:gd name="T74" fmla="*/ 334 w 350"/>
              <a:gd name="T75" fmla="*/ 164 h 376"/>
              <a:gd name="T76" fmla="*/ 334 w 350"/>
              <a:gd name="T77" fmla="*/ 178 h 376"/>
              <a:gd name="T78" fmla="*/ 333 w 350"/>
              <a:gd name="T79" fmla="*/ 187 h 376"/>
              <a:gd name="T80" fmla="*/ 311 w 350"/>
              <a:gd name="T81" fmla="*/ 237 h 376"/>
              <a:gd name="T82" fmla="*/ 207 w 350"/>
              <a:gd name="T83" fmla="*/ 358 h 376"/>
              <a:gd name="T84" fmla="*/ 170 w 350"/>
              <a:gd name="T85" fmla="*/ 347 h 376"/>
              <a:gd name="T86" fmla="*/ 44 w 350"/>
              <a:gd name="T87" fmla="*/ 246 h 376"/>
              <a:gd name="T88" fmla="*/ 19 w 350"/>
              <a:gd name="T89" fmla="*/ 193 h 376"/>
              <a:gd name="T90" fmla="*/ 17 w 350"/>
              <a:gd name="T91" fmla="*/ 185 h 376"/>
              <a:gd name="T92" fmla="*/ 16 w 350"/>
              <a:gd name="T93" fmla="*/ 177 h 376"/>
              <a:gd name="T94" fmla="*/ 49 w 350"/>
              <a:gd name="T95" fmla="*/ 103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50" h="376">
                <a:moveTo>
                  <a:pt x="45" y="85"/>
                </a:moveTo>
                <a:cubicBezTo>
                  <a:pt x="41" y="89"/>
                  <a:pt x="41" y="89"/>
                  <a:pt x="41" y="89"/>
                </a:cubicBezTo>
                <a:cubicBezTo>
                  <a:pt x="41" y="89"/>
                  <a:pt x="41" y="89"/>
                  <a:pt x="41" y="89"/>
                </a:cubicBezTo>
                <a:cubicBezTo>
                  <a:pt x="32" y="96"/>
                  <a:pt x="32" y="96"/>
                  <a:pt x="32" y="96"/>
                </a:cubicBezTo>
                <a:cubicBezTo>
                  <a:pt x="33" y="97"/>
                  <a:pt x="33" y="97"/>
                  <a:pt x="33" y="97"/>
                </a:cubicBezTo>
                <a:cubicBezTo>
                  <a:pt x="14" y="116"/>
                  <a:pt x="3" y="138"/>
                  <a:pt x="0" y="162"/>
                </a:cubicBezTo>
                <a:cubicBezTo>
                  <a:pt x="0" y="162"/>
                  <a:pt x="0" y="162"/>
                  <a:pt x="0" y="162"/>
                </a:cubicBezTo>
                <a:cubicBezTo>
                  <a:pt x="0" y="166"/>
                  <a:pt x="0" y="170"/>
                  <a:pt x="0" y="174"/>
                </a:cubicBezTo>
                <a:cubicBezTo>
                  <a:pt x="0" y="175"/>
                  <a:pt x="0" y="177"/>
                  <a:pt x="0" y="178"/>
                </a:cubicBezTo>
                <a:cubicBezTo>
                  <a:pt x="0" y="179"/>
                  <a:pt x="0" y="179"/>
                  <a:pt x="0" y="179"/>
                </a:cubicBezTo>
                <a:cubicBezTo>
                  <a:pt x="0" y="180"/>
                  <a:pt x="0" y="181"/>
                  <a:pt x="0" y="182"/>
                </a:cubicBezTo>
                <a:cubicBezTo>
                  <a:pt x="1" y="184"/>
                  <a:pt x="1" y="186"/>
                  <a:pt x="1" y="188"/>
                </a:cubicBezTo>
                <a:cubicBezTo>
                  <a:pt x="1" y="189"/>
                  <a:pt x="2" y="189"/>
                  <a:pt x="2" y="191"/>
                </a:cubicBezTo>
                <a:cubicBezTo>
                  <a:pt x="2" y="193"/>
                  <a:pt x="3" y="195"/>
                  <a:pt x="3" y="197"/>
                </a:cubicBezTo>
                <a:cubicBezTo>
                  <a:pt x="3" y="197"/>
                  <a:pt x="3" y="197"/>
                  <a:pt x="3" y="197"/>
                </a:cubicBezTo>
                <a:cubicBezTo>
                  <a:pt x="6" y="206"/>
                  <a:pt x="9" y="215"/>
                  <a:pt x="14" y="225"/>
                </a:cubicBezTo>
                <a:cubicBezTo>
                  <a:pt x="17" y="231"/>
                  <a:pt x="21" y="238"/>
                  <a:pt x="25" y="245"/>
                </a:cubicBezTo>
                <a:cubicBezTo>
                  <a:pt x="30" y="254"/>
                  <a:pt x="30" y="254"/>
                  <a:pt x="30" y="254"/>
                </a:cubicBezTo>
                <a:cubicBezTo>
                  <a:pt x="44" y="279"/>
                  <a:pt x="60" y="308"/>
                  <a:pt x="81" y="338"/>
                </a:cubicBezTo>
                <a:cubicBezTo>
                  <a:pt x="81" y="339"/>
                  <a:pt x="81" y="339"/>
                  <a:pt x="81" y="339"/>
                </a:cubicBezTo>
                <a:cubicBezTo>
                  <a:pt x="98" y="357"/>
                  <a:pt x="118" y="376"/>
                  <a:pt x="144" y="374"/>
                </a:cubicBezTo>
                <a:cubicBezTo>
                  <a:pt x="155" y="374"/>
                  <a:pt x="165" y="370"/>
                  <a:pt x="175" y="363"/>
                </a:cubicBezTo>
                <a:cubicBezTo>
                  <a:pt x="185" y="370"/>
                  <a:pt x="196" y="374"/>
                  <a:pt x="206" y="374"/>
                </a:cubicBezTo>
                <a:cubicBezTo>
                  <a:pt x="207" y="374"/>
                  <a:pt x="209" y="374"/>
                  <a:pt x="210" y="374"/>
                </a:cubicBezTo>
                <a:cubicBezTo>
                  <a:pt x="230" y="374"/>
                  <a:pt x="251" y="363"/>
                  <a:pt x="271" y="340"/>
                </a:cubicBezTo>
                <a:cubicBezTo>
                  <a:pt x="271" y="340"/>
                  <a:pt x="271" y="340"/>
                  <a:pt x="271" y="340"/>
                </a:cubicBezTo>
                <a:cubicBezTo>
                  <a:pt x="289" y="316"/>
                  <a:pt x="301" y="292"/>
                  <a:pt x="312" y="270"/>
                </a:cubicBezTo>
                <a:cubicBezTo>
                  <a:pt x="317" y="261"/>
                  <a:pt x="321" y="253"/>
                  <a:pt x="325" y="245"/>
                </a:cubicBezTo>
                <a:cubicBezTo>
                  <a:pt x="330" y="237"/>
                  <a:pt x="333" y="231"/>
                  <a:pt x="336" y="225"/>
                </a:cubicBezTo>
                <a:cubicBezTo>
                  <a:pt x="341" y="215"/>
                  <a:pt x="345" y="206"/>
                  <a:pt x="347" y="197"/>
                </a:cubicBezTo>
                <a:cubicBezTo>
                  <a:pt x="347" y="197"/>
                  <a:pt x="347" y="197"/>
                  <a:pt x="347" y="197"/>
                </a:cubicBezTo>
                <a:cubicBezTo>
                  <a:pt x="348" y="195"/>
                  <a:pt x="348" y="193"/>
                  <a:pt x="348" y="191"/>
                </a:cubicBezTo>
                <a:cubicBezTo>
                  <a:pt x="349" y="190"/>
                  <a:pt x="349" y="189"/>
                  <a:pt x="349" y="188"/>
                </a:cubicBezTo>
                <a:cubicBezTo>
                  <a:pt x="349" y="186"/>
                  <a:pt x="350" y="184"/>
                  <a:pt x="350" y="182"/>
                </a:cubicBezTo>
                <a:cubicBezTo>
                  <a:pt x="350" y="181"/>
                  <a:pt x="350" y="180"/>
                  <a:pt x="350" y="179"/>
                </a:cubicBezTo>
                <a:cubicBezTo>
                  <a:pt x="350" y="178"/>
                  <a:pt x="350" y="178"/>
                  <a:pt x="350" y="178"/>
                </a:cubicBezTo>
                <a:cubicBezTo>
                  <a:pt x="350" y="177"/>
                  <a:pt x="350" y="175"/>
                  <a:pt x="350" y="174"/>
                </a:cubicBezTo>
                <a:cubicBezTo>
                  <a:pt x="350" y="170"/>
                  <a:pt x="350" y="166"/>
                  <a:pt x="350" y="162"/>
                </a:cubicBezTo>
                <a:cubicBezTo>
                  <a:pt x="347" y="138"/>
                  <a:pt x="336" y="116"/>
                  <a:pt x="318" y="97"/>
                </a:cubicBezTo>
                <a:cubicBezTo>
                  <a:pt x="318" y="96"/>
                  <a:pt x="318" y="96"/>
                  <a:pt x="318" y="96"/>
                </a:cubicBezTo>
                <a:cubicBezTo>
                  <a:pt x="309" y="89"/>
                  <a:pt x="309" y="89"/>
                  <a:pt x="309" y="89"/>
                </a:cubicBezTo>
                <a:cubicBezTo>
                  <a:pt x="309" y="89"/>
                  <a:pt x="309" y="89"/>
                  <a:pt x="309" y="89"/>
                </a:cubicBezTo>
                <a:cubicBezTo>
                  <a:pt x="305" y="85"/>
                  <a:pt x="305" y="85"/>
                  <a:pt x="305" y="85"/>
                </a:cubicBezTo>
                <a:cubicBezTo>
                  <a:pt x="305" y="85"/>
                  <a:pt x="305" y="85"/>
                  <a:pt x="305" y="85"/>
                </a:cubicBezTo>
                <a:cubicBezTo>
                  <a:pt x="291" y="75"/>
                  <a:pt x="272" y="69"/>
                  <a:pt x="254" y="68"/>
                </a:cubicBezTo>
                <a:cubicBezTo>
                  <a:pt x="253" y="68"/>
                  <a:pt x="253" y="68"/>
                  <a:pt x="253" y="68"/>
                </a:cubicBezTo>
                <a:cubicBezTo>
                  <a:pt x="252" y="68"/>
                  <a:pt x="252" y="68"/>
                  <a:pt x="251" y="68"/>
                </a:cubicBezTo>
                <a:cubicBezTo>
                  <a:pt x="239" y="68"/>
                  <a:pt x="227" y="70"/>
                  <a:pt x="216" y="75"/>
                </a:cubicBezTo>
                <a:cubicBezTo>
                  <a:pt x="212" y="77"/>
                  <a:pt x="208" y="78"/>
                  <a:pt x="205" y="81"/>
                </a:cubicBezTo>
                <a:cubicBezTo>
                  <a:pt x="211" y="64"/>
                  <a:pt x="220" y="49"/>
                  <a:pt x="231" y="35"/>
                </a:cubicBezTo>
                <a:cubicBezTo>
                  <a:pt x="233" y="34"/>
                  <a:pt x="234" y="32"/>
                  <a:pt x="236" y="30"/>
                </a:cubicBezTo>
                <a:cubicBezTo>
                  <a:pt x="241" y="25"/>
                  <a:pt x="241" y="25"/>
                  <a:pt x="241" y="25"/>
                </a:cubicBezTo>
                <a:cubicBezTo>
                  <a:pt x="236" y="20"/>
                  <a:pt x="236" y="20"/>
                  <a:pt x="236" y="20"/>
                </a:cubicBezTo>
                <a:cubicBezTo>
                  <a:pt x="232" y="15"/>
                  <a:pt x="228" y="10"/>
                  <a:pt x="225" y="6"/>
                </a:cubicBezTo>
                <a:cubicBezTo>
                  <a:pt x="219" y="0"/>
                  <a:pt x="219" y="0"/>
                  <a:pt x="219" y="0"/>
                </a:cubicBezTo>
                <a:cubicBezTo>
                  <a:pt x="213" y="6"/>
                  <a:pt x="213" y="6"/>
                  <a:pt x="213" y="6"/>
                </a:cubicBezTo>
                <a:cubicBezTo>
                  <a:pt x="203" y="17"/>
                  <a:pt x="194" y="28"/>
                  <a:pt x="187" y="41"/>
                </a:cubicBezTo>
                <a:cubicBezTo>
                  <a:pt x="187" y="41"/>
                  <a:pt x="187" y="41"/>
                  <a:pt x="187" y="41"/>
                </a:cubicBezTo>
                <a:cubicBezTo>
                  <a:pt x="175" y="21"/>
                  <a:pt x="153" y="8"/>
                  <a:pt x="129" y="9"/>
                </a:cubicBezTo>
                <a:cubicBezTo>
                  <a:pt x="124" y="9"/>
                  <a:pt x="124" y="9"/>
                  <a:pt x="124" y="9"/>
                </a:cubicBezTo>
                <a:cubicBezTo>
                  <a:pt x="122" y="13"/>
                  <a:pt x="122" y="13"/>
                  <a:pt x="122" y="13"/>
                </a:cubicBezTo>
                <a:cubicBezTo>
                  <a:pt x="112" y="30"/>
                  <a:pt x="111" y="52"/>
                  <a:pt x="118" y="70"/>
                </a:cubicBezTo>
                <a:cubicBezTo>
                  <a:pt x="112" y="69"/>
                  <a:pt x="106" y="68"/>
                  <a:pt x="99" y="68"/>
                </a:cubicBezTo>
                <a:cubicBezTo>
                  <a:pt x="98" y="68"/>
                  <a:pt x="98" y="68"/>
                  <a:pt x="97" y="68"/>
                </a:cubicBezTo>
                <a:cubicBezTo>
                  <a:pt x="97" y="68"/>
                  <a:pt x="97" y="68"/>
                  <a:pt x="97" y="68"/>
                </a:cubicBezTo>
                <a:cubicBezTo>
                  <a:pt x="78" y="69"/>
                  <a:pt x="60" y="75"/>
                  <a:pt x="45" y="85"/>
                </a:cubicBezTo>
                <a:close/>
                <a:moveTo>
                  <a:pt x="219" y="24"/>
                </a:moveTo>
                <a:cubicBezTo>
                  <a:pt x="219" y="24"/>
                  <a:pt x="219" y="24"/>
                  <a:pt x="219" y="24"/>
                </a:cubicBezTo>
                <a:cubicBezTo>
                  <a:pt x="219" y="25"/>
                  <a:pt x="219" y="25"/>
                  <a:pt x="219" y="25"/>
                </a:cubicBezTo>
                <a:cubicBezTo>
                  <a:pt x="209" y="36"/>
                  <a:pt x="201" y="49"/>
                  <a:pt x="195" y="63"/>
                </a:cubicBezTo>
                <a:cubicBezTo>
                  <a:pt x="195" y="62"/>
                  <a:pt x="194" y="62"/>
                  <a:pt x="194" y="61"/>
                </a:cubicBezTo>
                <a:cubicBezTo>
                  <a:pt x="201" y="47"/>
                  <a:pt x="209" y="35"/>
                  <a:pt x="219" y="24"/>
                </a:cubicBezTo>
                <a:close/>
                <a:moveTo>
                  <a:pt x="134" y="25"/>
                </a:moveTo>
                <a:cubicBezTo>
                  <a:pt x="150" y="26"/>
                  <a:pt x="165" y="35"/>
                  <a:pt x="173" y="49"/>
                </a:cubicBezTo>
                <a:cubicBezTo>
                  <a:pt x="175" y="53"/>
                  <a:pt x="177" y="58"/>
                  <a:pt x="178" y="62"/>
                </a:cubicBezTo>
                <a:cubicBezTo>
                  <a:pt x="181" y="72"/>
                  <a:pt x="180" y="82"/>
                  <a:pt x="177" y="91"/>
                </a:cubicBezTo>
                <a:cubicBezTo>
                  <a:pt x="177" y="91"/>
                  <a:pt x="176" y="91"/>
                  <a:pt x="176" y="92"/>
                </a:cubicBezTo>
                <a:cubicBezTo>
                  <a:pt x="175" y="92"/>
                  <a:pt x="175" y="92"/>
                  <a:pt x="175" y="92"/>
                </a:cubicBezTo>
                <a:cubicBezTo>
                  <a:pt x="171" y="91"/>
                  <a:pt x="167" y="90"/>
                  <a:pt x="162" y="88"/>
                </a:cubicBezTo>
                <a:cubicBezTo>
                  <a:pt x="160" y="88"/>
                  <a:pt x="157" y="86"/>
                  <a:pt x="155" y="85"/>
                </a:cubicBezTo>
                <a:cubicBezTo>
                  <a:pt x="153" y="85"/>
                  <a:pt x="152" y="84"/>
                  <a:pt x="151" y="84"/>
                </a:cubicBezTo>
                <a:cubicBezTo>
                  <a:pt x="150" y="83"/>
                  <a:pt x="150" y="83"/>
                  <a:pt x="149" y="83"/>
                </a:cubicBezTo>
                <a:cubicBezTo>
                  <a:pt x="148" y="82"/>
                  <a:pt x="147" y="81"/>
                  <a:pt x="145" y="80"/>
                </a:cubicBezTo>
                <a:cubicBezTo>
                  <a:pt x="145" y="80"/>
                  <a:pt x="145" y="80"/>
                  <a:pt x="144" y="80"/>
                </a:cubicBezTo>
                <a:cubicBezTo>
                  <a:pt x="143" y="79"/>
                  <a:pt x="143" y="79"/>
                  <a:pt x="142" y="79"/>
                </a:cubicBezTo>
                <a:cubicBezTo>
                  <a:pt x="140" y="76"/>
                  <a:pt x="138" y="74"/>
                  <a:pt x="136" y="71"/>
                </a:cubicBezTo>
                <a:cubicBezTo>
                  <a:pt x="128" y="57"/>
                  <a:pt x="127" y="40"/>
                  <a:pt x="134" y="25"/>
                </a:cubicBezTo>
                <a:close/>
                <a:moveTo>
                  <a:pt x="54" y="99"/>
                </a:moveTo>
                <a:cubicBezTo>
                  <a:pt x="54" y="99"/>
                  <a:pt x="54" y="99"/>
                  <a:pt x="54" y="99"/>
                </a:cubicBezTo>
                <a:cubicBezTo>
                  <a:pt x="66" y="90"/>
                  <a:pt x="81" y="84"/>
                  <a:pt x="97" y="84"/>
                </a:cubicBezTo>
                <a:cubicBezTo>
                  <a:pt x="97" y="84"/>
                  <a:pt x="98" y="84"/>
                  <a:pt x="98" y="84"/>
                </a:cubicBezTo>
                <a:cubicBezTo>
                  <a:pt x="99" y="84"/>
                  <a:pt x="99" y="84"/>
                  <a:pt x="99" y="84"/>
                </a:cubicBezTo>
                <a:cubicBezTo>
                  <a:pt x="109" y="84"/>
                  <a:pt x="119" y="86"/>
                  <a:pt x="128" y="90"/>
                </a:cubicBezTo>
                <a:cubicBezTo>
                  <a:pt x="130" y="90"/>
                  <a:pt x="132" y="91"/>
                  <a:pt x="133" y="92"/>
                </a:cubicBezTo>
                <a:cubicBezTo>
                  <a:pt x="136" y="94"/>
                  <a:pt x="139" y="95"/>
                  <a:pt x="141" y="97"/>
                </a:cubicBezTo>
                <a:cubicBezTo>
                  <a:pt x="142" y="97"/>
                  <a:pt x="142" y="97"/>
                  <a:pt x="142" y="97"/>
                </a:cubicBezTo>
                <a:cubicBezTo>
                  <a:pt x="144" y="98"/>
                  <a:pt x="146" y="99"/>
                  <a:pt x="148" y="100"/>
                </a:cubicBezTo>
                <a:cubicBezTo>
                  <a:pt x="156" y="103"/>
                  <a:pt x="165" y="107"/>
                  <a:pt x="175" y="108"/>
                </a:cubicBezTo>
                <a:cubicBezTo>
                  <a:pt x="175" y="108"/>
                  <a:pt x="175" y="108"/>
                  <a:pt x="175" y="108"/>
                </a:cubicBezTo>
                <a:cubicBezTo>
                  <a:pt x="175" y="108"/>
                  <a:pt x="175" y="108"/>
                  <a:pt x="175" y="108"/>
                </a:cubicBezTo>
                <a:cubicBezTo>
                  <a:pt x="177" y="108"/>
                  <a:pt x="179" y="107"/>
                  <a:pt x="181" y="107"/>
                </a:cubicBezTo>
                <a:cubicBezTo>
                  <a:pt x="181" y="109"/>
                  <a:pt x="181" y="109"/>
                  <a:pt x="181" y="109"/>
                </a:cubicBezTo>
                <a:cubicBezTo>
                  <a:pt x="195" y="103"/>
                  <a:pt x="195" y="103"/>
                  <a:pt x="195" y="103"/>
                </a:cubicBezTo>
                <a:cubicBezTo>
                  <a:pt x="197" y="102"/>
                  <a:pt x="200" y="101"/>
                  <a:pt x="202" y="100"/>
                </a:cubicBezTo>
                <a:cubicBezTo>
                  <a:pt x="204" y="99"/>
                  <a:pt x="206" y="98"/>
                  <a:pt x="208" y="97"/>
                </a:cubicBezTo>
                <a:cubicBezTo>
                  <a:pt x="209" y="97"/>
                  <a:pt x="209" y="97"/>
                  <a:pt x="209" y="97"/>
                </a:cubicBezTo>
                <a:cubicBezTo>
                  <a:pt x="213" y="94"/>
                  <a:pt x="218" y="92"/>
                  <a:pt x="222" y="90"/>
                </a:cubicBezTo>
                <a:cubicBezTo>
                  <a:pt x="231" y="86"/>
                  <a:pt x="241" y="84"/>
                  <a:pt x="251" y="84"/>
                </a:cubicBezTo>
                <a:cubicBezTo>
                  <a:pt x="251" y="84"/>
                  <a:pt x="252" y="84"/>
                  <a:pt x="252" y="84"/>
                </a:cubicBezTo>
                <a:cubicBezTo>
                  <a:pt x="252" y="84"/>
                  <a:pt x="253" y="84"/>
                  <a:pt x="253" y="84"/>
                </a:cubicBezTo>
                <a:cubicBezTo>
                  <a:pt x="269" y="84"/>
                  <a:pt x="284" y="90"/>
                  <a:pt x="296" y="99"/>
                </a:cubicBezTo>
                <a:cubicBezTo>
                  <a:pt x="296" y="99"/>
                  <a:pt x="296" y="99"/>
                  <a:pt x="296" y="99"/>
                </a:cubicBezTo>
                <a:cubicBezTo>
                  <a:pt x="296" y="99"/>
                  <a:pt x="298" y="102"/>
                  <a:pt x="301" y="103"/>
                </a:cubicBezTo>
                <a:cubicBezTo>
                  <a:pt x="320" y="120"/>
                  <a:pt x="331" y="142"/>
                  <a:pt x="334" y="164"/>
                </a:cubicBezTo>
                <a:cubicBezTo>
                  <a:pt x="334" y="167"/>
                  <a:pt x="334" y="170"/>
                  <a:pt x="334" y="173"/>
                </a:cubicBezTo>
                <a:cubicBezTo>
                  <a:pt x="334" y="175"/>
                  <a:pt x="334" y="176"/>
                  <a:pt x="334" y="177"/>
                </a:cubicBezTo>
                <a:cubicBezTo>
                  <a:pt x="334" y="178"/>
                  <a:pt x="334" y="178"/>
                  <a:pt x="334" y="178"/>
                </a:cubicBezTo>
                <a:cubicBezTo>
                  <a:pt x="334" y="179"/>
                  <a:pt x="334" y="179"/>
                  <a:pt x="334" y="180"/>
                </a:cubicBezTo>
                <a:cubicBezTo>
                  <a:pt x="334" y="182"/>
                  <a:pt x="334" y="183"/>
                  <a:pt x="333" y="185"/>
                </a:cubicBezTo>
                <a:cubicBezTo>
                  <a:pt x="333" y="186"/>
                  <a:pt x="333" y="186"/>
                  <a:pt x="333" y="187"/>
                </a:cubicBezTo>
                <a:cubicBezTo>
                  <a:pt x="332" y="189"/>
                  <a:pt x="332" y="191"/>
                  <a:pt x="331" y="193"/>
                </a:cubicBezTo>
                <a:cubicBezTo>
                  <a:pt x="329" y="200"/>
                  <a:pt x="326" y="208"/>
                  <a:pt x="322" y="218"/>
                </a:cubicBezTo>
                <a:cubicBezTo>
                  <a:pt x="319" y="223"/>
                  <a:pt x="316" y="230"/>
                  <a:pt x="311" y="237"/>
                </a:cubicBezTo>
                <a:cubicBezTo>
                  <a:pt x="307" y="245"/>
                  <a:pt x="303" y="254"/>
                  <a:pt x="298" y="263"/>
                </a:cubicBezTo>
                <a:cubicBezTo>
                  <a:pt x="288" y="284"/>
                  <a:pt x="276" y="307"/>
                  <a:pt x="259" y="330"/>
                </a:cubicBezTo>
                <a:cubicBezTo>
                  <a:pt x="241" y="350"/>
                  <a:pt x="224" y="359"/>
                  <a:pt x="207" y="358"/>
                </a:cubicBezTo>
                <a:cubicBezTo>
                  <a:pt x="198" y="358"/>
                  <a:pt x="189" y="354"/>
                  <a:pt x="180" y="347"/>
                </a:cubicBezTo>
                <a:cubicBezTo>
                  <a:pt x="175" y="343"/>
                  <a:pt x="175" y="343"/>
                  <a:pt x="175" y="343"/>
                </a:cubicBezTo>
                <a:cubicBezTo>
                  <a:pt x="170" y="347"/>
                  <a:pt x="170" y="347"/>
                  <a:pt x="170" y="347"/>
                </a:cubicBezTo>
                <a:cubicBezTo>
                  <a:pt x="161" y="354"/>
                  <a:pt x="152" y="358"/>
                  <a:pt x="143" y="358"/>
                </a:cubicBezTo>
                <a:cubicBezTo>
                  <a:pt x="128" y="359"/>
                  <a:pt x="113" y="350"/>
                  <a:pt x="94" y="328"/>
                </a:cubicBezTo>
                <a:cubicBezTo>
                  <a:pt x="73" y="299"/>
                  <a:pt x="58" y="271"/>
                  <a:pt x="44" y="246"/>
                </a:cubicBezTo>
                <a:cubicBezTo>
                  <a:pt x="39" y="237"/>
                  <a:pt x="39" y="237"/>
                  <a:pt x="39" y="237"/>
                </a:cubicBezTo>
                <a:cubicBezTo>
                  <a:pt x="35" y="230"/>
                  <a:pt x="31" y="224"/>
                  <a:pt x="28" y="218"/>
                </a:cubicBezTo>
                <a:cubicBezTo>
                  <a:pt x="24" y="209"/>
                  <a:pt x="21" y="200"/>
                  <a:pt x="19" y="193"/>
                </a:cubicBezTo>
                <a:cubicBezTo>
                  <a:pt x="19" y="193"/>
                  <a:pt x="19" y="193"/>
                  <a:pt x="19" y="193"/>
                </a:cubicBezTo>
                <a:cubicBezTo>
                  <a:pt x="18" y="191"/>
                  <a:pt x="18" y="189"/>
                  <a:pt x="17" y="187"/>
                </a:cubicBezTo>
                <a:cubicBezTo>
                  <a:pt x="17" y="186"/>
                  <a:pt x="17" y="186"/>
                  <a:pt x="17" y="185"/>
                </a:cubicBezTo>
                <a:cubicBezTo>
                  <a:pt x="17" y="183"/>
                  <a:pt x="16" y="182"/>
                  <a:pt x="16" y="180"/>
                </a:cubicBezTo>
                <a:cubicBezTo>
                  <a:pt x="16" y="179"/>
                  <a:pt x="16" y="179"/>
                  <a:pt x="16" y="178"/>
                </a:cubicBezTo>
                <a:cubicBezTo>
                  <a:pt x="16" y="177"/>
                  <a:pt x="16" y="177"/>
                  <a:pt x="16" y="177"/>
                </a:cubicBezTo>
                <a:cubicBezTo>
                  <a:pt x="16" y="176"/>
                  <a:pt x="16" y="175"/>
                  <a:pt x="16" y="173"/>
                </a:cubicBezTo>
                <a:cubicBezTo>
                  <a:pt x="16" y="170"/>
                  <a:pt x="16" y="167"/>
                  <a:pt x="16" y="164"/>
                </a:cubicBezTo>
                <a:cubicBezTo>
                  <a:pt x="19" y="142"/>
                  <a:pt x="30" y="120"/>
                  <a:pt x="49" y="103"/>
                </a:cubicBezTo>
                <a:cubicBezTo>
                  <a:pt x="52" y="102"/>
                  <a:pt x="54" y="99"/>
                  <a:pt x="54" y="99"/>
                </a:cubicBezTo>
                <a:close/>
              </a:path>
            </a:pathLst>
          </a:custGeom>
          <a:solidFill>
            <a:schemeClr val="bg1"/>
          </a:solidFill>
          <a:ln>
            <a:noFill/>
          </a:ln>
        </p:spPr>
        <p:txBody>
          <a:bodyPr vert="horz" wrap="square" lIns="91440" tIns="45720" rIns="91440" bIns="45720" numCol="1" anchor="t" anchorCtr="0" compatLnSpc="1"/>
          <a:lstStyle/>
          <a:p>
            <a:endParaRPr lang="zh-CN" altLang="en-US">
              <a:cs typeface="Open Sans" panose="020B0606030504020204" charset="0"/>
            </a:endParaRPr>
          </a:p>
        </p:txBody>
      </p:sp>
      <p:grpSp>
        <p:nvGrpSpPr>
          <p:cNvPr id="64" name="组合 63"/>
          <p:cNvGrpSpPr/>
          <p:nvPr>
            <p:custDataLst>
              <p:tags r:id="rId3"/>
            </p:custDataLst>
          </p:nvPr>
        </p:nvGrpSpPr>
        <p:grpSpPr>
          <a:xfrm>
            <a:off x="1439261" y="3207105"/>
            <a:ext cx="443579" cy="414961"/>
            <a:chOff x="2932668" y="2137960"/>
            <a:chExt cx="644904" cy="603297"/>
          </a:xfrm>
          <a:solidFill>
            <a:schemeClr val="bg1"/>
          </a:solidFill>
        </p:grpSpPr>
        <p:sp>
          <p:nvSpPr>
            <p:cNvPr id="65" name="Freeform 941"/>
            <p:cNvSpPr/>
            <p:nvPr>
              <p:custDataLst>
                <p:tags r:id="rId18"/>
              </p:custDataLst>
            </p:nvPr>
          </p:nvSpPr>
          <p:spPr bwMode="auto">
            <a:xfrm>
              <a:off x="2961793" y="2648335"/>
              <a:ext cx="104017" cy="83213"/>
            </a:xfrm>
            <a:custGeom>
              <a:avLst/>
              <a:gdLst>
                <a:gd name="T0" fmla="*/ 51 w 67"/>
                <a:gd name="T1" fmla="*/ 26 h 53"/>
                <a:gd name="T2" fmla="*/ 39 w 67"/>
                <a:gd name="T3" fmla="*/ 37 h 53"/>
                <a:gd name="T4" fmla="*/ 27 w 67"/>
                <a:gd name="T5" fmla="*/ 37 h 53"/>
                <a:gd name="T6" fmla="*/ 16 w 67"/>
                <a:gd name="T7" fmla="*/ 26 h 53"/>
                <a:gd name="T8" fmla="*/ 16 w 67"/>
                <a:gd name="T9" fmla="*/ 1 h 53"/>
                <a:gd name="T10" fmla="*/ 3 w 67"/>
                <a:gd name="T11" fmla="*/ 1 h 53"/>
                <a:gd name="T12" fmla="*/ 0 w 67"/>
                <a:gd name="T13" fmla="*/ 0 h 53"/>
                <a:gd name="T14" fmla="*/ 0 w 67"/>
                <a:gd name="T15" fmla="*/ 26 h 53"/>
                <a:gd name="T16" fmla="*/ 27 w 67"/>
                <a:gd name="T17" fmla="*/ 53 h 53"/>
                <a:gd name="T18" fmla="*/ 39 w 67"/>
                <a:gd name="T19" fmla="*/ 53 h 53"/>
                <a:gd name="T20" fmla="*/ 67 w 67"/>
                <a:gd name="T21" fmla="*/ 26 h 53"/>
                <a:gd name="T22" fmla="*/ 67 w 67"/>
                <a:gd name="T23" fmla="*/ 1 h 53"/>
                <a:gd name="T24" fmla="*/ 51 w 67"/>
                <a:gd name="T25" fmla="*/ 1 h 53"/>
                <a:gd name="T26" fmla="*/ 51 w 67"/>
                <a:gd name="T27"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53">
                  <a:moveTo>
                    <a:pt x="51" y="26"/>
                  </a:moveTo>
                  <a:cubicBezTo>
                    <a:pt x="51" y="32"/>
                    <a:pt x="45" y="37"/>
                    <a:pt x="39" y="37"/>
                  </a:cubicBezTo>
                  <a:cubicBezTo>
                    <a:pt x="27" y="37"/>
                    <a:pt x="27" y="37"/>
                    <a:pt x="27" y="37"/>
                  </a:cubicBezTo>
                  <a:cubicBezTo>
                    <a:pt x="21" y="37"/>
                    <a:pt x="16" y="32"/>
                    <a:pt x="16" y="26"/>
                  </a:cubicBezTo>
                  <a:cubicBezTo>
                    <a:pt x="16" y="1"/>
                    <a:pt x="16" y="1"/>
                    <a:pt x="16" y="1"/>
                  </a:cubicBezTo>
                  <a:cubicBezTo>
                    <a:pt x="3" y="1"/>
                    <a:pt x="3" y="1"/>
                    <a:pt x="3" y="1"/>
                  </a:cubicBezTo>
                  <a:cubicBezTo>
                    <a:pt x="2" y="1"/>
                    <a:pt x="1" y="1"/>
                    <a:pt x="0" y="0"/>
                  </a:cubicBezTo>
                  <a:cubicBezTo>
                    <a:pt x="0" y="26"/>
                    <a:pt x="0" y="26"/>
                    <a:pt x="0" y="26"/>
                  </a:cubicBezTo>
                  <a:cubicBezTo>
                    <a:pt x="0" y="41"/>
                    <a:pt x="12" y="53"/>
                    <a:pt x="27" y="53"/>
                  </a:cubicBezTo>
                  <a:cubicBezTo>
                    <a:pt x="39" y="53"/>
                    <a:pt x="39" y="53"/>
                    <a:pt x="39" y="53"/>
                  </a:cubicBezTo>
                  <a:cubicBezTo>
                    <a:pt x="54" y="53"/>
                    <a:pt x="67" y="41"/>
                    <a:pt x="67" y="26"/>
                  </a:cubicBezTo>
                  <a:cubicBezTo>
                    <a:pt x="67" y="1"/>
                    <a:pt x="67" y="1"/>
                    <a:pt x="67" y="1"/>
                  </a:cubicBezTo>
                  <a:cubicBezTo>
                    <a:pt x="51" y="1"/>
                    <a:pt x="51" y="1"/>
                    <a:pt x="51" y="1"/>
                  </a:cubicBezTo>
                  <a:lnTo>
                    <a:pt x="51"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66" name="Freeform 942"/>
            <p:cNvSpPr/>
            <p:nvPr>
              <p:custDataLst>
                <p:tags r:id="rId19"/>
              </p:custDataLst>
            </p:nvPr>
          </p:nvSpPr>
          <p:spPr bwMode="auto">
            <a:xfrm>
              <a:off x="3454139" y="2645562"/>
              <a:ext cx="105404" cy="95695"/>
            </a:xfrm>
            <a:custGeom>
              <a:avLst/>
              <a:gdLst>
                <a:gd name="T0" fmla="*/ 51 w 67"/>
                <a:gd name="T1" fmla="*/ 3 h 61"/>
                <a:gd name="T2" fmla="*/ 51 w 67"/>
                <a:gd name="T3" fmla="*/ 34 h 61"/>
                <a:gd name="T4" fmla="*/ 40 w 67"/>
                <a:gd name="T5" fmla="*/ 45 h 61"/>
                <a:gd name="T6" fmla="*/ 27 w 67"/>
                <a:gd name="T7" fmla="*/ 45 h 61"/>
                <a:gd name="T8" fmla="*/ 16 w 67"/>
                <a:gd name="T9" fmla="*/ 34 h 61"/>
                <a:gd name="T10" fmla="*/ 16 w 67"/>
                <a:gd name="T11" fmla="*/ 3 h 61"/>
                <a:gd name="T12" fmla="*/ 0 w 67"/>
                <a:gd name="T13" fmla="*/ 3 h 61"/>
                <a:gd name="T14" fmla="*/ 0 w 67"/>
                <a:gd name="T15" fmla="*/ 34 h 61"/>
                <a:gd name="T16" fmla="*/ 27 w 67"/>
                <a:gd name="T17" fmla="*/ 61 h 61"/>
                <a:gd name="T18" fmla="*/ 40 w 67"/>
                <a:gd name="T19" fmla="*/ 61 h 61"/>
                <a:gd name="T20" fmla="*/ 67 w 67"/>
                <a:gd name="T21" fmla="*/ 34 h 61"/>
                <a:gd name="T22" fmla="*/ 67 w 67"/>
                <a:gd name="T23" fmla="*/ 0 h 61"/>
                <a:gd name="T24" fmla="*/ 58 w 67"/>
                <a:gd name="T25" fmla="*/ 3 h 61"/>
                <a:gd name="T26" fmla="*/ 51 w 67"/>
                <a:gd name="T27" fmla="*/ 3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61">
                  <a:moveTo>
                    <a:pt x="51" y="3"/>
                  </a:moveTo>
                  <a:cubicBezTo>
                    <a:pt x="51" y="34"/>
                    <a:pt x="51" y="34"/>
                    <a:pt x="51" y="34"/>
                  </a:cubicBezTo>
                  <a:cubicBezTo>
                    <a:pt x="51" y="40"/>
                    <a:pt x="46" y="45"/>
                    <a:pt x="40" y="45"/>
                  </a:cubicBezTo>
                  <a:cubicBezTo>
                    <a:pt x="27" y="45"/>
                    <a:pt x="27" y="45"/>
                    <a:pt x="27" y="45"/>
                  </a:cubicBezTo>
                  <a:cubicBezTo>
                    <a:pt x="21" y="45"/>
                    <a:pt x="16" y="40"/>
                    <a:pt x="16" y="34"/>
                  </a:cubicBezTo>
                  <a:cubicBezTo>
                    <a:pt x="16" y="3"/>
                    <a:pt x="16" y="3"/>
                    <a:pt x="16" y="3"/>
                  </a:cubicBezTo>
                  <a:cubicBezTo>
                    <a:pt x="0" y="3"/>
                    <a:pt x="0" y="3"/>
                    <a:pt x="0" y="3"/>
                  </a:cubicBezTo>
                  <a:cubicBezTo>
                    <a:pt x="0" y="34"/>
                    <a:pt x="0" y="34"/>
                    <a:pt x="0" y="34"/>
                  </a:cubicBezTo>
                  <a:cubicBezTo>
                    <a:pt x="0" y="49"/>
                    <a:pt x="12" y="61"/>
                    <a:pt x="27" y="61"/>
                  </a:cubicBezTo>
                  <a:cubicBezTo>
                    <a:pt x="40" y="61"/>
                    <a:pt x="40" y="61"/>
                    <a:pt x="40" y="61"/>
                  </a:cubicBezTo>
                  <a:cubicBezTo>
                    <a:pt x="55" y="61"/>
                    <a:pt x="67" y="49"/>
                    <a:pt x="67" y="34"/>
                  </a:cubicBezTo>
                  <a:cubicBezTo>
                    <a:pt x="67" y="0"/>
                    <a:pt x="67" y="0"/>
                    <a:pt x="67" y="0"/>
                  </a:cubicBezTo>
                  <a:cubicBezTo>
                    <a:pt x="64" y="2"/>
                    <a:pt x="61" y="3"/>
                    <a:pt x="58" y="3"/>
                  </a:cubicBezTo>
                  <a:lnTo>
                    <a:pt x="51"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67" name="Freeform 943"/>
            <p:cNvSpPr>
              <a:spLocks noEditPoints="1"/>
            </p:cNvSpPr>
            <p:nvPr>
              <p:custDataLst>
                <p:tags r:id="rId20"/>
              </p:custDataLst>
            </p:nvPr>
          </p:nvSpPr>
          <p:spPr bwMode="auto">
            <a:xfrm>
              <a:off x="2956246" y="2137960"/>
              <a:ext cx="606071" cy="434096"/>
            </a:xfrm>
            <a:custGeom>
              <a:avLst/>
              <a:gdLst>
                <a:gd name="T0" fmla="*/ 19 w 386"/>
                <a:gd name="T1" fmla="*/ 274 h 276"/>
                <a:gd name="T2" fmla="*/ 19 w 386"/>
                <a:gd name="T3" fmla="*/ 187 h 276"/>
                <a:gd name="T4" fmla="*/ 30 w 386"/>
                <a:gd name="T5" fmla="*/ 175 h 276"/>
                <a:gd name="T6" fmla="*/ 357 w 386"/>
                <a:gd name="T7" fmla="*/ 175 h 276"/>
                <a:gd name="T8" fmla="*/ 368 w 386"/>
                <a:gd name="T9" fmla="*/ 187 h 276"/>
                <a:gd name="T10" fmla="*/ 368 w 386"/>
                <a:gd name="T11" fmla="*/ 274 h 276"/>
                <a:gd name="T12" fmla="*/ 375 w 386"/>
                <a:gd name="T13" fmla="*/ 274 h 276"/>
                <a:gd name="T14" fmla="*/ 384 w 386"/>
                <a:gd name="T15" fmla="*/ 276 h 276"/>
                <a:gd name="T16" fmla="*/ 384 w 386"/>
                <a:gd name="T17" fmla="*/ 187 h 276"/>
                <a:gd name="T18" fmla="*/ 357 w 386"/>
                <a:gd name="T19" fmla="*/ 159 h 276"/>
                <a:gd name="T20" fmla="*/ 350 w 386"/>
                <a:gd name="T21" fmla="*/ 159 h 276"/>
                <a:gd name="T22" fmla="*/ 350 w 386"/>
                <a:gd name="T23" fmla="*/ 119 h 276"/>
                <a:gd name="T24" fmla="*/ 362 w 386"/>
                <a:gd name="T25" fmla="*/ 122 h 276"/>
                <a:gd name="T26" fmla="*/ 386 w 386"/>
                <a:gd name="T27" fmla="*/ 102 h 276"/>
                <a:gd name="T28" fmla="*/ 386 w 386"/>
                <a:gd name="T29" fmla="*/ 69 h 276"/>
                <a:gd name="T30" fmla="*/ 362 w 386"/>
                <a:gd name="T31" fmla="*/ 49 h 276"/>
                <a:gd name="T32" fmla="*/ 350 w 386"/>
                <a:gd name="T33" fmla="*/ 52 h 276"/>
                <a:gd name="T34" fmla="*/ 350 w 386"/>
                <a:gd name="T35" fmla="*/ 32 h 276"/>
                <a:gd name="T36" fmla="*/ 323 w 386"/>
                <a:gd name="T37" fmla="*/ 0 h 276"/>
                <a:gd name="T38" fmla="*/ 64 w 386"/>
                <a:gd name="T39" fmla="*/ 0 h 276"/>
                <a:gd name="T40" fmla="*/ 36 w 386"/>
                <a:gd name="T41" fmla="*/ 32 h 276"/>
                <a:gd name="T42" fmla="*/ 36 w 386"/>
                <a:gd name="T43" fmla="*/ 51 h 276"/>
                <a:gd name="T44" fmla="*/ 25 w 386"/>
                <a:gd name="T45" fmla="*/ 49 h 276"/>
                <a:gd name="T46" fmla="*/ 0 w 386"/>
                <a:gd name="T47" fmla="*/ 69 h 276"/>
                <a:gd name="T48" fmla="*/ 0 w 386"/>
                <a:gd name="T49" fmla="*/ 102 h 276"/>
                <a:gd name="T50" fmla="*/ 25 w 386"/>
                <a:gd name="T51" fmla="*/ 122 h 276"/>
                <a:gd name="T52" fmla="*/ 36 w 386"/>
                <a:gd name="T53" fmla="*/ 120 h 276"/>
                <a:gd name="T54" fmla="*/ 36 w 386"/>
                <a:gd name="T55" fmla="*/ 159 h 276"/>
                <a:gd name="T56" fmla="*/ 30 w 386"/>
                <a:gd name="T57" fmla="*/ 159 h 276"/>
                <a:gd name="T58" fmla="*/ 3 w 386"/>
                <a:gd name="T59" fmla="*/ 187 h 276"/>
                <a:gd name="T60" fmla="*/ 3 w 386"/>
                <a:gd name="T61" fmla="*/ 274 h 276"/>
                <a:gd name="T62" fmla="*/ 6 w 386"/>
                <a:gd name="T63" fmla="*/ 274 h 276"/>
                <a:gd name="T64" fmla="*/ 19 w 386"/>
                <a:gd name="T65" fmla="*/ 274 h 276"/>
                <a:gd name="T66" fmla="*/ 355 w 386"/>
                <a:gd name="T67" fmla="*/ 69 h 276"/>
                <a:gd name="T68" fmla="*/ 362 w 386"/>
                <a:gd name="T69" fmla="*/ 65 h 276"/>
                <a:gd name="T70" fmla="*/ 370 w 386"/>
                <a:gd name="T71" fmla="*/ 69 h 276"/>
                <a:gd name="T72" fmla="*/ 370 w 386"/>
                <a:gd name="T73" fmla="*/ 102 h 276"/>
                <a:gd name="T74" fmla="*/ 362 w 386"/>
                <a:gd name="T75" fmla="*/ 106 h 276"/>
                <a:gd name="T76" fmla="*/ 355 w 386"/>
                <a:gd name="T77" fmla="*/ 102 h 276"/>
                <a:gd name="T78" fmla="*/ 355 w 386"/>
                <a:gd name="T79" fmla="*/ 69 h 276"/>
                <a:gd name="T80" fmla="*/ 52 w 386"/>
                <a:gd name="T81" fmla="*/ 32 h 276"/>
                <a:gd name="T82" fmla="*/ 64 w 386"/>
                <a:gd name="T83" fmla="*/ 16 h 276"/>
                <a:gd name="T84" fmla="*/ 323 w 386"/>
                <a:gd name="T85" fmla="*/ 16 h 276"/>
                <a:gd name="T86" fmla="*/ 334 w 386"/>
                <a:gd name="T87" fmla="*/ 32 h 276"/>
                <a:gd name="T88" fmla="*/ 334 w 386"/>
                <a:gd name="T89" fmla="*/ 159 h 276"/>
                <a:gd name="T90" fmla="*/ 52 w 386"/>
                <a:gd name="T91" fmla="*/ 159 h 276"/>
                <a:gd name="T92" fmla="*/ 52 w 386"/>
                <a:gd name="T93" fmla="*/ 32 h 276"/>
                <a:gd name="T94" fmla="*/ 34 w 386"/>
                <a:gd name="T95" fmla="*/ 102 h 276"/>
                <a:gd name="T96" fmla="*/ 25 w 386"/>
                <a:gd name="T97" fmla="*/ 106 h 276"/>
                <a:gd name="T98" fmla="*/ 16 w 386"/>
                <a:gd name="T99" fmla="*/ 102 h 276"/>
                <a:gd name="T100" fmla="*/ 16 w 386"/>
                <a:gd name="T101" fmla="*/ 69 h 276"/>
                <a:gd name="T102" fmla="*/ 25 w 386"/>
                <a:gd name="T103" fmla="*/ 65 h 276"/>
                <a:gd name="T104" fmla="*/ 34 w 386"/>
                <a:gd name="T105" fmla="*/ 69 h 276"/>
                <a:gd name="T106" fmla="*/ 34 w 386"/>
                <a:gd name="T107" fmla="*/ 102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6" h="276">
                  <a:moveTo>
                    <a:pt x="19" y="274"/>
                  </a:moveTo>
                  <a:cubicBezTo>
                    <a:pt x="19" y="187"/>
                    <a:pt x="19" y="187"/>
                    <a:pt x="19" y="187"/>
                  </a:cubicBezTo>
                  <a:cubicBezTo>
                    <a:pt x="19" y="181"/>
                    <a:pt x="24" y="175"/>
                    <a:pt x="30" y="175"/>
                  </a:cubicBezTo>
                  <a:cubicBezTo>
                    <a:pt x="357" y="175"/>
                    <a:pt x="357" y="175"/>
                    <a:pt x="357" y="175"/>
                  </a:cubicBezTo>
                  <a:cubicBezTo>
                    <a:pt x="363" y="175"/>
                    <a:pt x="368" y="181"/>
                    <a:pt x="368" y="187"/>
                  </a:cubicBezTo>
                  <a:cubicBezTo>
                    <a:pt x="368" y="274"/>
                    <a:pt x="368" y="274"/>
                    <a:pt x="368" y="274"/>
                  </a:cubicBezTo>
                  <a:cubicBezTo>
                    <a:pt x="375" y="274"/>
                    <a:pt x="375" y="274"/>
                    <a:pt x="375" y="274"/>
                  </a:cubicBezTo>
                  <a:cubicBezTo>
                    <a:pt x="378" y="274"/>
                    <a:pt x="381" y="275"/>
                    <a:pt x="384" y="276"/>
                  </a:cubicBezTo>
                  <a:cubicBezTo>
                    <a:pt x="384" y="187"/>
                    <a:pt x="384" y="187"/>
                    <a:pt x="384" y="187"/>
                  </a:cubicBezTo>
                  <a:cubicBezTo>
                    <a:pt x="384" y="172"/>
                    <a:pt x="372" y="159"/>
                    <a:pt x="357" y="159"/>
                  </a:cubicBezTo>
                  <a:cubicBezTo>
                    <a:pt x="350" y="159"/>
                    <a:pt x="350" y="159"/>
                    <a:pt x="350" y="159"/>
                  </a:cubicBezTo>
                  <a:cubicBezTo>
                    <a:pt x="350" y="119"/>
                    <a:pt x="350" y="119"/>
                    <a:pt x="350" y="119"/>
                  </a:cubicBezTo>
                  <a:cubicBezTo>
                    <a:pt x="354" y="121"/>
                    <a:pt x="358" y="122"/>
                    <a:pt x="362" y="122"/>
                  </a:cubicBezTo>
                  <a:cubicBezTo>
                    <a:pt x="376" y="122"/>
                    <a:pt x="386" y="113"/>
                    <a:pt x="386" y="102"/>
                  </a:cubicBezTo>
                  <a:cubicBezTo>
                    <a:pt x="386" y="69"/>
                    <a:pt x="386" y="69"/>
                    <a:pt x="386" y="69"/>
                  </a:cubicBezTo>
                  <a:cubicBezTo>
                    <a:pt x="386" y="58"/>
                    <a:pt x="376" y="49"/>
                    <a:pt x="362" y="49"/>
                  </a:cubicBezTo>
                  <a:cubicBezTo>
                    <a:pt x="358" y="49"/>
                    <a:pt x="354" y="50"/>
                    <a:pt x="350" y="52"/>
                  </a:cubicBezTo>
                  <a:cubicBezTo>
                    <a:pt x="350" y="32"/>
                    <a:pt x="350" y="32"/>
                    <a:pt x="350" y="32"/>
                  </a:cubicBezTo>
                  <a:cubicBezTo>
                    <a:pt x="350" y="14"/>
                    <a:pt x="338" y="0"/>
                    <a:pt x="323" y="0"/>
                  </a:cubicBezTo>
                  <a:cubicBezTo>
                    <a:pt x="64" y="0"/>
                    <a:pt x="64" y="0"/>
                    <a:pt x="64" y="0"/>
                  </a:cubicBezTo>
                  <a:cubicBezTo>
                    <a:pt x="49" y="0"/>
                    <a:pt x="36" y="14"/>
                    <a:pt x="36" y="32"/>
                  </a:cubicBezTo>
                  <a:cubicBezTo>
                    <a:pt x="36" y="51"/>
                    <a:pt x="36" y="51"/>
                    <a:pt x="36" y="51"/>
                  </a:cubicBezTo>
                  <a:cubicBezTo>
                    <a:pt x="33" y="50"/>
                    <a:pt x="29" y="49"/>
                    <a:pt x="25" y="49"/>
                  </a:cubicBezTo>
                  <a:cubicBezTo>
                    <a:pt x="11" y="49"/>
                    <a:pt x="0" y="58"/>
                    <a:pt x="0" y="69"/>
                  </a:cubicBezTo>
                  <a:cubicBezTo>
                    <a:pt x="0" y="102"/>
                    <a:pt x="0" y="102"/>
                    <a:pt x="0" y="102"/>
                  </a:cubicBezTo>
                  <a:cubicBezTo>
                    <a:pt x="0" y="113"/>
                    <a:pt x="11" y="122"/>
                    <a:pt x="25" y="122"/>
                  </a:cubicBezTo>
                  <a:cubicBezTo>
                    <a:pt x="29" y="122"/>
                    <a:pt x="33" y="121"/>
                    <a:pt x="36" y="120"/>
                  </a:cubicBezTo>
                  <a:cubicBezTo>
                    <a:pt x="36" y="159"/>
                    <a:pt x="36" y="159"/>
                    <a:pt x="36" y="159"/>
                  </a:cubicBezTo>
                  <a:cubicBezTo>
                    <a:pt x="30" y="159"/>
                    <a:pt x="30" y="159"/>
                    <a:pt x="30" y="159"/>
                  </a:cubicBezTo>
                  <a:cubicBezTo>
                    <a:pt x="15" y="159"/>
                    <a:pt x="3" y="172"/>
                    <a:pt x="3" y="187"/>
                  </a:cubicBezTo>
                  <a:cubicBezTo>
                    <a:pt x="3" y="274"/>
                    <a:pt x="3" y="274"/>
                    <a:pt x="3" y="274"/>
                  </a:cubicBezTo>
                  <a:cubicBezTo>
                    <a:pt x="4" y="274"/>
                    <a:pt x="5" y="274"/>
                    <a:pt x="6" y="274"/>
                  </a:cubicBezTo>
                  <a:lnTo>
                    <a:pt x="19" y="274"/>
                  </a:lnTo>
                  <a:close/>
                  <a:moveTo>
                    <a:pt x="355" y="69"/>
                  </a:moveTo>
                  <a:cubicBezTo>
                    <a:pt x="355" y="68"/>
                    <a:pt x="358" y="65"/>
                    <a:pt x="362" y="65"/>
                  </a:cubicBezTo>
                  <a:cubicBezTo>
                    <a:pt x="367" y="65"/>
                    <a:pt x="370" y="68"/>
                    <a:pt x="370" y="69"/>
                  </a:cubicBezTo>
                  <a:cubicBezTo>
                    <a:pt x="370" y="102"/>
                    <a:pt x="370" y="102"/>
                    <a:pt x="370" y="102"/>
                  </a:cubicBezTo>
                  <a:cubicBezTo>
                    <a:pt x="370" y="103"/>
                    <a:pt x="367" y="106"/>
                    <a:pt x="362" y="106"/>
                  </a:cubicBezTo>
                  <a:cubicBezTo>
                    <a:pt x="358" y="106"/>
                    <a:pt x="355" y="103"/>
                    <a:pt x="355" y="102"/>
                  </a:cubicBezTo>
                  <a:lnTo>
                    <a:pt x="355" y="69"/>
                  </a:lnTo>
                  <a:close/>
                  <a:moveTo>
                    <a:pt x="52" y="32"/>
                  </a:moveTo>
                  <a:cubicBezTo>
                    <a:pt x="52" y="23"/>
                    <a:pt x="57" y="16"/>
                    <a:pt x="64" y="16"/>
                  </a:cubicBezTo>
                  <a:cubicBezTo>
                    <a:pt x="323" y="16"/>
                    <a:pt x="323" y="16"/>
                    <a:pt x="323" y="16"/>
                  </a:cubicBezTo>
                  <a:cubicBezTo>
                    <a:pt x="329" y="16"/>
                    <a:pt x="334" y="23"/>
                    <a:pt x="334" y="32"/>
                  </a:cubicBezTo>
                  <a:cubicBezTo>
                    <a:pt x="334" y="159"/>
                    <a:pt x="334" y="159"/>
                    <a:pt x="334" y="159"/>
                  </a:cubicBezTo>
                  <a:cubicBezTo>
                    <a:pt x="52" y="159"/>
                    <a:pt x="52" y="159"/>
                    <a:pt x="52" y="159"/>
                  </a:cubicBezTo>
                  <a:lnTo>
                    <a:pt x="52" y="32"/>
                  </a:lnTo>
                  <a:close/>
                  <a:moveTo>
                    <a:pt x="34" y="102"/>
                  </a:moveTo>
                  <a:cubicBezTo>
                    <a:pt x="34" y="103"/>
                    <a:pt x="31" y="106"/>
                    <a:pt x="25" y="106"/>
                  </a:cubicBezTo>
                  <a:cubicBezTo>
                    <a:pt x="19" y="106"/>
                    <a:pt x="16" y="103"/>
                    <a:pt x="16" y="102"/>
                  </a:cubicBezTo>
                  <a:cubicBezTo>
                    <a:pt x="16" y="69"/>
                    <a:pt x="16" y="69"/>
                    <a:pt x="16" y="69"/>
                  </a:cubicBezTo>
                  <a:cubicBezTo>
                    <a:pt x="16" y="68"/>
                    <a:pt x="19" y="65"/>
                    <a:pt x="25" y="65"/>
                  </a:cubicBezTo>
                  <a:cubicBezTo>
                    <a:pt x="31" y="65"/>
                    <a:pt x="34" y="68"/>
                    <a:pt x="34" y="69"/>
                  </a:cubicBezTo>
                  <a:lnTo>
                    <a:pt x="34" y="1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68" name="Freeform 944"/>
            <p:cNvSpPr>
              <a:spLocks noEditPoints="1"/>
            </p:cNvSpPr>
            <p:nvPr>
              <p:custDataLst>
                <p:tags r:id="rId21"/>
              </p:custDataLst>
            </p:nvPr>
          </p:nvSpPr>
          <p:spPr bwMode="auto">
            <a:xfrm>
              <a:off x="2932668" y="2567896"/>
              <a:ext cx="644904" cy="81826"/>
            </a:xfrm>
            <a:custGeom>
              <a:avLst/>
              <a:gdLst>
                <a:gd name="T0" fmla="*/ 390 w 410"/>
                <a:gd name="T1" fmla="*/ 0 h 52"/>
                <a:gd name="T2" fmla="*/ 383 w 410"/>
                <a:gd name="T3" fmla="*/ 0 h 52"/>
                <a:gd name="T4" fmla="*/ 34 w 410"/>
                <a:gd name="T5" fmla="*/ 0 h 52"/>
                <a:gd name="T6" fmla="*/ 21 w 410"/>
                <a:gd name="T7" fmla="*/ 0 h 52"/>
                <a:gd name="T8" fmla="*/ 18 w 410"/>
                <a:gd name="T9" fmla="*/ 0 h 52"/>
                <a:gd name="T10" fmla="*/ 0 w 410"/>
                <a:gd name="T11" fmla="*/ 21 h 52"/>
                <a:gd name="T12" fmla="*/ 0 w 410"/>
                <a:gd name="T13" fmla="*/ 31 h 52"/>
                <a:gd name="T14" fmla="*/ 18 w 410"/>
                <a:gd name="T15" fmla="*/ 51 h 52"/>
                <a:gd name="T16" fmla="*/ 21 w 410"/>
                <a:gd name="T17" fmla="*/ 52 h 52"/>
                <a:gd name="T18" fmla="*/ 34 w 410"/>
                <a:gd name="T19" fmla="*/ 52 h 52"/>
                <a:gd name="T20" fmla="*/ 69 w 410"/>
                <a:gd name="T21" fmla="*/ 52 h 52"/>
                <a:gd name="T22" fmla="*/ 85 w 410"/>
                <a:gd name="T23" fmla="*/ 52 h 52"/>
                <a:gd name="T24" fmla="*/ 332 w 410"/>
                <a:gd name="T25" fmla="*/ 52 h 52"/>
                <a:gd name="T26" fmla="*/ 348 w 410"/>
                <a:gd name="T27" fmla="*/ 52 h 52"/>
                <a:gd name="T28" fmla="*/ 383 w 410"/>
                <a:gd name="T29" fmla="*/ 52 h 52"/>
                <a:gd name="T30" fmla="*/ 390 w 410"/>
                <a:gd name="T31" fmla="*/ 52 h 52"/>
                <a:gd name="T32" fmla="*/ 399 w 410"/>
                <a:gd name="T33" fmla="*/ 49 h 52"/>
                <a:gd name="T34" fmla="*/ 410 w 410"/>
                <a:gd name="T35" fmla="*/ 31 h 52"/>
                <a:gd name="T36" fmla="*/ 410 w 410"/>
                <a:gd name="T37" fmla="*/ 21 h 52"/>
                <a:gd name="T38" fmla="*/ 399 w 410"/>
                <a:gd name="T39" fmla="*/ 2 h 52"/>
                <a:gd name="T40" fmla="*/ 390 w 410"/>
                <a:gd name="T41" fmla="*/ 0 h 52"/>
                <a:gd name="T42" fmla="*/ 399 w 410"/>
                <a:gd name="T43" fmla="*/ 31 h 52"/>
                <a:gd name="T44" fmla="*/ 390 w 410"/>
                <a:gd name="T45" fmla="*/ 40 h 52"/>
                <a:gd name="T46" fmla="*/ 21 w 410"/>
                <a:gd name="T47" fmla="*/ 40 h 52"/>
                <a:gd name="T48" fmla="*/ 12 w 410"/>
                <a:gd name="T49" fmla="*/ 31 h 52"/>
                <a:gd name="T50" fmla="*/ 12 w 410"/>
                <a:gd name="T51" fmla="*/ 21 h 52"/>
                <a:gd name="T52" fmla="*/ 21 w 410"/>
                <a:gd name="T53" fmla="*/ 12 h 52"/>
                <a:gd name="T54" fmla="*/ 390 w 410"/>
                <a:gd name="T55" fmla="*/ 12 h 52"/>
                <a:gd name="T56" fmla="*/ 399 w 410"/>
                <a:gd name="T57" fmla="*/ 21 h 52"/>
                <a:gd name="T58" fmla="*/ 399 w 410"/>
                <a:gd name="T59" fmla="*/ 3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0" h="52">
                  <a:moveTo>
                    <a:pt x="390" y="0"/>
                  </a:moveTo>
                  <a:cubicBezTo>
                    <a:pt x="383" y="0"/>
                    <a:pt x="383" y="0"/>
                    <a:pt x="383" y="0"/>
                  </a:cubicBezTo>
                  <a:cubicBezTo>
                    <a:pt x="34" y="0"/>
                    <a:pt x="34" y="0"/>
                    <a:pt x="34" y="0"/>
                  </a:cubicBezTo>
                  <a:cubicBezTo>
                    <a:pt x="21" y="0"/>
                    <a:pt x="21" y="0"/>
                    <a:pt x="21" y="0"/>
                  </a:cubicBezTo>
                  <a:cubicBezTo>
                    <a:pt x="20" y="0"/>
                    <a:pt x="19" y="0"/>
                    <a:pt x="18" y="0"/>
                  </a:cubicBezTo>
                  <a:cubicBezTo>
                    <a:pt x="8" y="2"/>
                    <a:pt x="0" y="10"/>
                    <a:pt x="0" y="21"/>
                  </a:cubicBezTo>
                  <a:cubicBezTo>
                    <a:pt x="0" y="31"/>
                    <a:pt x="0" y="31"/>
                    <a:pt x="0" y="31"/>
                  </a:cubicBezTo>
                  <a:cubicBezTo>
                    <a:pt x="0" y="41"/>
                    <a:pt x="8" y="50"/>
                    <a:pt x="18" y="51"/>
                  </a:cubicBezTo>
                  <a:cubicBezTo>
                    <a:pt x="19" y="52"/>
                    <a:pt x="20" y="52"/>
                    <a:pt x="21" y="52"/>
                  </a:cubicBezTo>
                  <a:cubicBezTo>
                    <a:pt x="34" y="52"/>
                    <a:pt x="34" y="52"/>
                    <a:pt x="34" y="52"/>
                  </a:cubicBezTo>
                  <a:cubicBezTo>
                    <a:pt x="69" y="52"/>
                    <a:pt x="69" y="52"/>
                    <a:pt x="69" y="52"/>
                  </a:cubicBezTo>
                  <a:cubicBezTo>
                    <a:pt x="85" y="52"/>
                    <a:pt x="85" y="52"/>
                    <a:pt x="85" y="52"/>
                  </a:cubicBezTo>
                  <a:cubicBezTo>
                    <a:pt x="332" y="52"/>
                    <a:pt x="332" y="52"/>
                    <a:pt x="332" y="52"/>
                  </a:cubicBezTo>
                  <a:cubicBezTo>
                    <a:pt x="348" y="52"/>
                    <a:pt x="348" y="52"/>
                    <a:pt x="348" y="52"/>
                  </a:cubicBezTo>
                  <a:cubicBezTo>
                    <a:pt x="383" y="52"/>
                    <a:pt x="383" y="52"/>
                    <a:pt x="383" y="52"/>
                  </a:cubicBezTo>
                  <a:cubicBezTo>
                    <a:pt x="390" y="52"/>
                    <a:pt x="390" y="52"/>
                    <a:pt x="390" y="52"/>
                  </a:cubicBezTo>
                  <a:cubicBezTo>
                    <a:pt x="393" y="52"/>
                    <a:pt x="396" y="51"/>
                    <a:pt x="399" y="49"/>
                  </a:cubicBezTo>
                  <a:cubicBezTo>
                    <a:pt x="406" y="46"/>
                    <a:pt x="410" y="39"/>
                    <a:pt x="410" y="31"/>
                  </a:cubicBezTo>
                  <a:cubicBezTo>
                    <a:pt x="410" y="21"/>
                    <a:pt x="410" y="21"/>
                    <a:pt x="410" y="21"/>
                  </a:cubicBezTo>
                  <a:cubicBezTo>
                    <a:pt x="410" y="13"/>
                    <a:pt x="406" y="6"/>
                    <a:pt x="399" y="2"/>
                  </a:cubicBezTo>
                  <a:cubicBezTo>
                    <a:pt x="396" y="1"/>
                    <a:pt x="393" y="0"/>
                    <a:pt x="390" y="0"/>
                  </a:cubicBezTo>
                  <a:close/>
                  <a:moveTo>
                    <a:pt x="399" y="31"/>
                  </a:moveTo>
                  <a:cubicBezTo>
                    <a:pt x="399" y="36"/>
                    <a:pt x="395" y="40"/>
                    <a:pt x="390" y="40"/>
                  </a:cubicBezTo>
                  <a:cubicBezTo>
                    <a:pt x="21" y="40"/>
                    <a:pt x="21" y="40"/>
                    <a:pt x="21" y="40"/>
                  </a:cubicBezTo>
                  <a:cubicBezTo>
                    <a:pt x="16" y="40"/>
                    <a:pt x="12" y="36"/>
                    <a:pt x="12" y="31"/>
                  </a:cubicBezTo>
                  <a:cubicBezTo>
                    <a:pt x="12" y="21"/>
                    <a:pt x="12" y="21"/>
                    <a:pt x="12" y="21"/>
                  </a:cubicBezTo>
                  <a:cubicBezTo>
                    <a:pt x="12" y="16"/>
                    <a:pt x="16" y="12"/>
                    <a:pt x="21" y="12"/>
                  </a:cubicBezTo>
                  <a:cubicBezTo>
                    <a:pt x="390" y="12"/>
                    <a:pt x="390" y="12"/>
                    <a:pt x="390" y="12"/>
                  </a:cubicBezTo>
                  <a:cubicBezTo>
                    <a:pt x="395" y="12"/>
                    <a:pt x="399" y="16"/>
                    <a:pt x="399" y="21"/>
                  </a:cubicBezTo>
                  <a:lnTo>
                    <a:pt x="399"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69" name="Freeform 945"/>
            <p:cNvSpPr>
              <a:spLocks noEditPoints="1"/>
            </p:cNvSpPr>
            <p:nvPr>
              <p:custDataLst>
                <p:tags r:id="rId22"/>
              </p:custDataLst>
            </p:nvPr>
          </p:nvSpPr>
          <p:spPr bwMode="auto">
            <a:xfrm>
              <a:off x="3069970" y="2198983"/>
              <a:ext cx="393877" cy="156719"/>
            </a:xfrm>
            <a:custGeom>
              <a:avLst/>
              <a:gdLst>
                <a:gd name="T0" fmla="*/ 232 w 251"/>
                <a:gd name="T1" fmla="*/ 0 h 100"/>
                <a:gd name="T2" fmla="*/ 18 w 251"/>
                <a:gd name="T3" fmla="*/ 0 h 100"/>
                <a:gd name="T4" fmla="*/ 0 w 251"/>
                <a:gd name="T5" fmla="*/ 19 h 100"/>
                <a:gd name="T6" fmla="*/ 0 w 251"/>
                <a:gd name="T7" fmla="*/ 81 h 100"/>
                <a:gd name="T8" fmla="*/ 18 w 251"/>
                <a:gd name="T9" fmla="*/ 100 h 100"/>
                <a:gd name="T10" fmla="*/ 232 w 251"/>
                <a:gd name="T11" fmla="*/ 100 h 100"/>
                <a:gd name="T12" fmla="*/ 251 w 251"/>
                <a:gd name="T13" fmla="*/ 81 h 100"/>
                <a:gd name="T14" fmla="*/ 251 w 251"/>
                <a:gd name="T15" fmla="*/ 19 h 100"/>
                <a:gd name="T16" fmla="*/ 232 w 251"/>
                <a:gd name="T17" fmla="*/ 0 h 100"/>
                <a:gd name="T18" fmla="*/ 243 w 251"/>
                <a:gd name="T19" fmla="*/ 81 h 100"/>
                <a:gd name="T20" fmla="*/ 232 w 251"/>
                <a:gd name="T21" fmla="*/ 92 h 100"/>
                <a:gd name="T22" fmla="*/ 18 w 251"/>
                <a:gd name="T23" fmla="*/ 92 h 100"/>
                <a:gd name="T24" fmla="*/ 8 w 251"/>
                <a:gd name="T25" fmla="*/ 81 h 100"/>
                <a:gd name="T26" fmla="*/ 8 w 251"/>
                <a:gd name="T27" fmla="*/ 19 h 100"/>
                <a:gd name="T28" fmla="*/ 18 w 251"/>
                <a:gd name="T29" fmla="*/ 8 h 100"/>
                <a:gd name="T30" fmla="*/ 232 w 251"/>
                <a:gd name="T31" fmla="*/ 8 h 100"/>
                <a:gd name="T32" fmla="*/ 243 w 251"/>
                <a:gd name="T33" fmla="*/ 19 h 100"/>
                <a:gd name="T34" fmla="*/ 243 w 251"/>
                <a:gd name="T35" fmla="*/ 8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1" h="100">
                  <a:moveTo>
                    <a:pt x="232" y="0"/>
                  </a:moveTo>
                  <a:cubicBezTo>
                    <a:pt x="18" y="0"/>
                    <a:pt x="18" y="0"/>
                    <a:pt x="18" y="0"/>
                  </a:cubicBezTo>
                  <a:cubicBezTo>
                    <a:pt x="8" y="0"/>
                    <a:pt x="0" y="9"/>
                    <a:pt x="0" y="19"/>
                  </a:cubicBezTo>
                  <a:cubicBezTo>
                    <a:pt x="0" y="81"/>
                    <a:pt x="0" y="81"/>
                    <a:pt x="0" y="81"/>
                  </a:cubicBezTo>
                  <a:cubicBezTo>
                    <a:pt x="0" y="91"/>
                    <a:pt x="8" y="100"/>
                    <a:pt x="18" y="100"/>
                  </a:cubicBezTo>
                  <a:cubicBezTo>
                    <a:pt x="232" y="100"/>
                    <a:pt x="232" y="100"/>
                    <a:pt x="232" y="100"/>
                  </a:cubicBezTo>
                  <a:cubicBezTo>
                    <a:pt x="242" y="100"/>
                    <a:pt x="251" y="91"/>
                    <a:pt x="251" y="81"/>
                  </a:cubicBezTo>
                  <a:cubicBezTo>
                    <a:pt x="251" y="19"/>
                    <a:pt x="251" y="19"/>
                    <a:pt x="251" y="19"/>
                  </a:cubicBezTo>
                  <a:cubicBezTo>
                    <a:pt x="251" y="9"/>
                    <a:pt x="242" y="0"/>
                    <a:pt x="232" y="0"/>
                  </a:cubicBezTo>
                  <a:close/>
                  <a:moveTo>
                    <a:pt x="243" y="81"/>
                  </a:moveTo>
                  <a:cubicBezTo>
                    <a:pt x="243" y="87"/>
                    <a:pt x="238" y="92"/>
                    <a:pt x="232" y="92"/>
                  </a:cubicBezTo>
                  <a:cubicBezTo>
                    <a:pt x="18" y="92"/>
                    <a:pt x="18" y="92"/>
                    <a:pt x="18" y="92"/>
                  </a:cubicBezTo>
                  <a:cubicBezTo>
                    <a:pt x="13" y="92"/>
                    <a:pt x="8" y="87"/>
                    <a:pt x="8" y="81"/>
                  </a:cubicBezTo>
                  <a:cubicBezTo>
                    <a:pt x="8" y="19"/>
                    <a:pt x="8" y="19"/>
                    <a:pt x="8" y="19"/>
                  </a:cubicBezTo>
                  <a:cubicBezTo>
                    <a:pt x="8" y="13"/>
                    <a:pt x="13" y="8"/>
                    <a:pt x="18" y="8"/>
                  </a:cubicBezTo>
                  <a:cubicBezTo>
                    <a:pt x="232" y="8"/>
                    <a:pt x="232" y="8"/>
                    <a:pt x="232" y="8"/>
                  </a:cubicBezTo>
                  <a:cubicBezTo>
                    <a:pt x="238" y="8"/>
                    <a:pt x="243" y="13"/>
                    <a:pt x="243" y="19"/>
                  </a:cubicBezTo>
                  <a:lnTo>
                    <a:pt x="243" y="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1" name="Freeform 946"/>
            <p:cNvSpPr>
              <a:spLocks noEditPoints="1"/>
            </p:cNvSpPr>
            <p:nvPr>
              <p:custDataLst>
                <p:tags r:id="rId23"/>
              </p:custDataLst>
            </p:nvPr>
          </p:nvSpPr>
          <p:spPr bwMode="auto">
            <a:xfrm>
              <a:off x="3063036" y="2454171"/>
              <a:ext cx="70731" cy="70731"/>
            </a:xfrm>
            <a:custGeom>
              <a:avLst/>
              <a:gdLst>
                <a:gd name="T0" fmla="*/ 23 w 45"/>
                <a:gd name="T1" fmla="*/ 0 h 45"/>
                <a:gd name="T2" fmla="*/ 0 w 45"/>
                <a:gd name="T3" fmla="*/ 22 h 45"/>
                <a:gd name="T4" fmla="*/ 23 w 45"/>
                <a:gd name="T5" fmla="*/ 45 h 45"/>
                <a:gd name="T6" fmla="*/ 45 w 45"/>
                <a:gd name="T7" fmla="*/ 22 h 45"/>
                <a:gd name="T8" fmla="*/ 23 w 45"/>
                <a:gd name="T9" fmla="*/ 0 h 45"/>
                <a:gd name="T10" fmla="*/ 23 w 45"/>
                <a:gd name="T11" fmla="*/ 37 h 45"/>
                <a:gd name="T12" fmla="*/ 8 w 45"/>
                <a:gd name="T13" fmla="*/ 22 h 45"/>
                <a:gd name="T14" fmla="*/ 23 w 45"/>
                <a:gd name="T15" fmla="*/ 8 h 45"/>
                <a:gd name="T16" fmla="*/ 37 w 45"/>
                <a:gd name="T17" fmla="*/ 22 h 45"/>
                <a:gd name="T18" fmla="*/ 23 w 45"/>
                <a:gd name="T19"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 h="45">
                  <a:moveTo>
                    <a:pt x="23" y="0"/>
                  </a:moveTo>
                  <a:cubicBezTo>
                    <a:pt x="10" y="0"/>
                    <a:pt x="0" y="10"/>
                    <a:pt x="0" y="22"/>
                  </a:cubicBezTo>
                  <a:cubicBezTo>
                    <a:pt x="0" y="35"/>
                    <a:pt x="10" y="45"/>
                    <a:pt x="23" y="45"/>
                  </a:cubicBezTo>
                  <a:cubicBezTo>
                    <a:pt x="35" y="45"/>
                    <a:pt x="45" y="35"/>
                    <a:pt x="45" y="22"/>
                  </a:cubicBezTo>
                  <a:cubicBezTo>
                    <a:pt x="45" y="10"/>
                    <a:pt x="35" y="0"/>
                    <a:pt x="23" y="0"/>
                  </a:cubicBezTo>
                  <a:close/>
                  <a:moveTo>
                    <a:pt x="23" y="37"/>
                  </a:moveTo>
                  <a:cubicBezTo>
                    <a:pt x="15" y="37"/>
                    <a:pt x="8" y="30"/>
                    <a:pt x="8" y="22"/>
                  </a:cubicBezTo>
                  <a:cubicBezTo>
                    <a:pt x="8" y="14"/>
                    <a:pt x="15" y="8"/>
                    <a:pt x="23" y="8"/>
                  </a:cubicBezTo>
                  <a:cubicBezTo>
                    <a:pt x="31" y="8"/>
                    <a:pt x="37" y="14"/>
                    <a:pt x="37" y="22"/>
                  </a:cubicBezTo>
                  <a:cubicBezTo>
                    <a:pt x="37" y="30"/>
                    <a:pt x="31" y="37"/>
                    <a:pt x="23"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2" name="Freeform 947"/>
            <p:cNvSpPr>
              <a:spLocks noEditPoints="1"/>
            </p:cNvSpPr>
            <p:nvPr>
              <p:custDataLst>
                <p:tags r:id="rId24"/>
              </p:custDataLst>
            </p:nvPr>
          </p:nvSpPr>
          <p:spPr bwMode="auto">
            <a:xfrm>
              <a:off x="3397276" y="2454171"/>
              <a:ext cx="73505" cy="70731"/>
            </a:xfrm>
            <a:custGeom>
              <a:avLst/>
              <a:gdLst>
                <a:gd name="T0" fmla="*/ 23 w 46"/>
                <a:gd name="T1" fmla="*/ 0 h 45"/>
                <a:gd name="T2" fmla="*/ 0 w 46"/>
                <a:gd name="T3" fmla="*/ 22 h 45"/>
                <a:gd name="T4" fmla="*/ 23 w 46"/>
                <a:gd name="T5" fmla="*/ 45 h 45"/>
                <a:gd name="T6" fmla="*/ 46 w 46"/>
                <a:gd name="T7" fmla="*/ 22 h 45"/>
                <a:gd name="T8" fmla="*/ 23 w 46"/>
                <a:gd name="T9" fmla="*/ 0 h 45"/>
                <a:gd name="T10" fmla="*/ 23 w 46"/>
                <a:gd name="T11" fmla="*/ 37 h 45"/>
                <a:gd name="T12" fmla="*/ 8 w 46"/>
                <a:gd name="T13" fmla="*/ 22 h 45"/>
                <a:gd name="T14" fmla="*/ 23 w 46"/>
                <a:gd name="T15" fmla="*/ 8 h 45"/>
                <a:gd name="T16" fmla="*/ 38 w 46"/>
                <a:gd name="T17" fmla="*/ 22 h 45"/>
                <a:gd name="T18" fmla="*/ 23 w 46"/>
                <a:gd name="T19"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45">
                  <a:moveTo>
                    <a:pt x="23" y="0"/>
                  </a:moveTo>
                  <a:cubicBezTo>
                    <a:pt x="11" y="0"/>
                    <a:pt x="0" y="10"/>
                    <a:pt x="0" y="22"/>
                  </a:cubicBezTo>
                  <a:cubicBezTo>
                    <a:pt x="0" y="35"/>
                    <a:pt x="11" y="45"/>
                    <a:pt x="23" y="45"/>
                  </a:cubicBezTo>
                  <a:cubicBezTo>
                    <a:pt x="36" y="45"/>
                    <a:pt x="46" y="35"/>
                    <a:pt x="46" y="22"/>
                  </a:cubicBezTo>
                  <a:cubicBezTo>
                    <a:pt x="46" y="10"/>
                    <a:pt x="36" y="0"/>
                    <a:pt x="23" y="0"/>
                  </a:cubicBezTo>
                  <a:close/>
                  <a:moveTo>
                    <a:pt x="23" y="37"/>
                  </a:moveTo>
                  <a:cubicBezTo>
                    <a:pt x="15" y="37"/>
                    <a:pt x="8" y="30"/>
                    <a:pt x="8" y="22"/>
                  </a:cubicBezTo>
                  <a:cubicBezTo>
                    <a:pt x="8" y="14"/>
                    <a:pt x="15" y="8"/>
                    <a:pt x="23" y="8"/>
                  </a:cubicBezTo>
                  <a:cubicBezTo>
                    <a:pt x="31" y="8"/>
                    <a:pt x="38" y="14"/>
                    <a:pt x="38" y="22"/>
                  </a:cubicBezTo>
                  <a:cubicBezTo>
                    <a:pt x="38" y="30"/>
                    <a:pt x="31" y="37"/>
                    <a:pt x="23"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grpSp>
      <p:grpSp>
        <p:nvGrpSpPr>
          <p:cNvPr id="83" name="组合 82"/>
          <p:cNvGrpSpPr/>
          <p:nvPr>
            <p:custDataLst>
              <p:tags r:id="rId4"/>
            </p:custDataLst>
          </p:nvPr>
        </p:nvGrpSpPr>
        <p:grpSpPr>
          <a:xfrm>
            <a:off x="5299992" y="1463408"/>
            <a:ext cx="490321" cy="481736"/>
            <a:chOff x="5480385" y="2089419"/>
            <a:chExt cx="712861" cy="700379"/>
          </a:xfrm>
          <a:solidFill>
            <a:schemeClr val="bg1"/>
          </a:solidFill>
        </p:grpSpPr>
        <p:sp>
          <p:nvSpPr>
            <p:cNvPr id="84" name="Freeform 886"/>
            <p:cNvSpPr>
              <a:spLocks noEditPoints="1"/>
            </p:cNvSpPr>
            <p:nvPr>
              <p:custDataLst>
                <p:tags r:id="rId11"/>
              </p:custDataLst>
            </p:nvPr>
          </p:nvSpPr>
          <p:spPr bwMode="auto">
            <a:xfrm>
              <a:off x="5480385" y="2089419"/>
              <a:ext cx="712861" cy="700379"/>
            </a:xfrm>
            <a:custGeom>
              <a:avLst/>
              <a:gdLst>
                <a:gd name="T0" fmla="*/ 321 w 454"/>
                <a:gd name="T1" fmla="*/ 267 h 446"/>
                <a:gd name="T2" fmla="*/ 316 w 454"/>
                <a:gd name="T3" fmla="*/ 208 h 446"/>
                <a:gd name="T4" fmla="*/ 320 w 454"/>
                <a:gd name="T5" fmla="*/ 197 h 446"/>
                <a:gd name="T6" fmla="*/ 240 w 454"/>
                <a:gd name="T7" fmla="*/ 57 h 446"/>
                <a:gd name="T8" fmla="*/ 293 w 454"/>
                <a:gd name="T9" fmla="*/ 30 h 446"/>
                <a:gd name="T10" fmla="*/ 234 w 454"/>
                <a:gd name="T11" fmla="*/ 1 h 446"/>
                <a:gd name="T12" fmla="*/ 225 w 454"/>
                <a:gd name="T13" fmla="*/ 8 h 446"/>
                <a:gd name="T14" fmla="*/ 226 w 454"/>
                <a:gd name="T15" fmla="*/ 56 h 446"/>
                <a:gd name="T16" fmla="*/ 146 w 454"/>
                <a:gd name="T17" fmla="*/ 197 h 446"/>
                <a:gd name="T18" fmla="*/ 149 w 454"/>
                <a:gd name="T19" fmla="*/ 208 h 446"/>
                <a:gd name="T20" fmla="*/ 145 w 454"/>
                <a:gd name="T21" fmla="*/ 267 h 446"/>
                <a:gd name="T22" fmla="*/ 0 w 454"/>
                <a:gd name="T23" fmla="*/ 294 h 446"/>
                <a:gd name="T24" fmla="*/ 26 w 454"/>
                <a:gd name="T25" fmla="*/ 446 h 446"/>
                <a:gd name="T26" fmla="*/ 454 w 454"/>
                <a:gd name="T27" fmla="*/ 419 h 446"/>
                <a:gd name="T28" fmla="*/ 427 w 454"/>
                <a:gd name="T29" fmla="*/ 267 h 446"/>
                <a:gd name="T30" fmla="*/ 268 w 454"/>
                <a:gd name="T31" fmla="*/ 30 h 446"/>
                <a:gd name="T32" fmla="*/ 239 w 454"/>
                <a:gd name="T33" fmla="*/ 18 h 446"/>
                <a:gd name="T34" fmla="*/ 301 w 454"/>
                <a:gd name="T35" fmla="*/ 194 h 446"/>
                <a:gd name="T36" fmla="*/ 171 w 454"/>
                <a:gd name="T37" fmla="*/ 194 h 446"/>
                <a:gd name="T38" fmla="*/ 233 w 454"/>
                <a:gd name="T39" fmla="*/ 91 h 446"/>
                <a:gd name="T40" fmla="*/ 210 w 454"/>
                <a:gd name="T41" fmla="*/ 431 h 446"/>
                <a:gd name="T42" fmla="*/ 249 w 454"/>
                <a:gd name="T43" fmla="*/ 353 h 446"/>
                <a:gd name="T44" fmla="*/ 440 w 454"/>
                <a:gd name="T45" fmla="*/ 419 h 446"/>
                <a:gd name="T46" fmla="*/ 263 w 454"/>
                <a:gd name="T47" fmla="*/ 432 h 446"/>
                <a:gd name="T48" fmla="*/ 256 w 454"/>
                <a:gd name="T49" fmla="*/ 339 h 446"/>
                <a:gd name="T50" fmla="*/ 196 w 454"/>
                <a:gd name="T51" fmla="*/ 346 h 446"/>
                <a:gd name="T52" fmla="*/ 26 w 454"/>
                <a:gd name="T53" fmla="*/ 432 h 446"/>
                <a:gd name="T54" fmla="*/ 14 w 454"/>
                <a:gd name="T55" fmla="*/ 294 h 446"/>
                <a:gd name="T56" fmla="*/ 152 w 454"/>
                <a:gd name="T57" fmla="*/ 281 h 446"/>
                <a:gd name="T58" fmla="*/ 159 w 454"/>
                <a:gd name="T59" fmla="*/ 274 h 446"/>
                <a:gd name="T60" fmla="*/ 159 w 454"/>
                <a:gd name="T61" fmla="*/ 225 h 446"/>
                <a:gd name="T62" fmla="*/ 294 w 454"/>
                <a:gd name="T63" fmla="*/ 208 h 446"/>
                <a:gd name="T64" fmla="*/ 307 w 454"/>
                <a:gd name="T65" fmla="*/ 272 h 446"/>
                <a:gd name="T66" fmla="*/ 308 w 454"/>
                <a:gd name="T67" fmla="*/ 279 h 446"/>
                <a:gd name="T68" fmla="*/ 427 w 454"/>
                <a:gd name="T69" fmla="*/ 281 h 446"/>
                <a:gd name="T70" fmla="*/ 440 w 454"/>
                <a:gd name="T71" fmla="*/ 419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54" h="446">
                  <a:moveTo>
                    <a:pt x="427" y="267"/>
                  </a:moveTo>
                  <a:cubicBezTo>
                    <a:pt x="321" y="267"/>
                    <a:pt x="321" y="267"/>
                    <a:pt x="321" y="267"/>
                  </a:cubicBezTo>
                  <a:cubicBezTo>
                    <a:pt x="321" y="225"/>
                    <a:pt x="321" y="225"/>
                    <a:pt x="321" y="225"/>
                  </a:cubicBezTo>
                  <a:cubicBezTo>
                    <a:pt x="321" y="219"/>
                    <a:pt x="319" y="213"/>
                    <a:pt x="316" y="208"/>
                  </a:cubicBezTo>
                  <a:cubicBezTo>
                    <a:pt x="318" y="207"/>
                    <a:pt x="319" y="206"/>
                    <a:pt x="320" y="205"/>
                  </a:cubicBezTo>
                  <a:cubicBezTo>
                    <a:pt x="321" y="202"/>
                    <a:pt x="321" y="200"/>
                    <a:pt x="320" y="197"/>
                  </a:cubicBezTo>
                  <a:cubicBezTo>
                    <a:pt x="240" y="76"/>
                    <a:pt x="240" y="76"/>
                    <a:pt x="240" y="76"/>
                  </a:cubicBezTo>
                  <a:cubicBezTo>
                    <a:pt x="240" y="57"/>
                    <a:pt x="240" y="57"/>
                    <a:pt x="240" y="57"/>
                  </a:cubicBezTo>
                  <a:cubicBezTo>
                    <a:pt x="289" y="37"/>
                    <a:pt x="289" y="37"/>
                    <a:pt x="289" y="37"/>
                  </a:cubicBezTo>
                  <a:cubicBezTo>
                    <a:pt x="292" y="35"/>
                    <a:pt x="293" y="33"/>
                    <a:pt x="293" y="30"/>
                  </a:cubicBezTo>
                  <a:cubicBezTo>
                    <a:pt x="293" y="27"/>
                    <a:pt x="292" y="25"/>
                    <a:pt x="289" y="24"/>
                  </a:cubicBezTo>
                  <a:cubicBezTo>
                    <a:pt x="234" y="1"/>
                    <a:pt x="234" y="1"/>
                    <a:pt x="234" y="1"/>
                  </a:cubicBezTo>
                  <a:cubicBezTo>
                    <a:pt x="232" y="0"/>
                    <a:pt x="230" y="0"/>
                    <a:pt x="228" y="2"/>
                  </a:cubicBezTo>
                  <a:cubicBezTo>
                    <a:pt x="226" y="3"/>
                    <a:pt x="225" y="5"/>
                    <a:pt x="225" y="8"/>
                  </a:cubicBezTo>
                  <a:cubicBezTo>
                    <a:pt x="225" y="53"/>
                    <a:pt x="225" y="53"/>
                    <a:pt x="225" y="53"/>
                  </a:cubicBezTo>
                  <a:cubicBezTo>
                    <a:pt x="225" y="54"/>
                    <a:pt x="225" y="55"/>
                    <a:pt x="226" y="56"/>
                  </a:cubicBezTo>
                  <a:cubicBezTo>
                    <a:pt x="226" y="77"/>
                    <a:pt x="226" y="77"/>
                    <a:pt x="226" y="77"/>
                  </a:cubicBezTo>
                  <a:cubicBezTo>
                    <a:pt x="146" y="197"/>
                    <a:pt x="146" y="197"/>
                    <a:pt x="146" y="197"/>
                  </a:cubicBezTo>
                  <a:cubicBezTo>
                    <a:pt x="144" y="200"/>
                    <a:pt x="144" y="202"/>
                    <a:pt x="145" y="205"/>
                  </a:cubicBezTo>
                  <a:cubicBezTo>
                    <a:pt x="146" y="206"/>
                    <a:pt x="148" y="207"/>
                    <a:pt x="149" y="208"/>
                  </a:cubicBezTo>
                  <a:cubicBezTo>
                    <a:pt x="147" y="213"/>
                    <a:pt x="145" y="219"/>
                    <a:pt x="145" y="225"/>
                  </a:cubicBezTo>
                  <a:cubicBezTo>
                    <a:pt x="145" y="267"/>
                    <a:pt x="145" y="267"/>
                    <a:pt x="145" y="267"/>
                  </a:cubicBezTo>
                  <a:cubicBezTo>
                    <a:pt x="26" y="267"/>
                    <a:pt x="26" y="267"/>
                    <a:pt x="26" y="267"/>
                  </a:cubicBezTo>
                  <a:cubicBezTo>
                    <a:pt x="12" y="267"/>
                    <a:pt x="0" y="279"/>
                    <a:pt x="0" y="294"/>
                  </a:cubicBezTo>
                  <a:cubicBezTo>
                    <a:pt x="0" y="419"/>
                    <a:pt x="0" y="419"/>
                    <a:pt x="0" y="419"/>
                  </a:cubicBezTo>
                  <a:cubicBezTo>
                    <a:pt x="0" y="434"/>
                    <a:pt x="12" y="446"/>
                    <a:pt x="26" y="446"/>
                  </a:cubicBezTo>
                  <a:cubicBezTo>
                    <a:pt x="427" y="446"/>
                    <a:pt x="427" y="446"/>
                    <a:pt x="427" y="446"/>
                  </a:cubicBezTo>
                  <a:cubicBezTo>
                    <a:pt x="442" y="446"/>
                    <a:pt x="454" y="434"/>
                    <a:pt x="454" y="419"/>
                  </a:cubicBezTo>
                  <a:cubicBezTo>
                    <a:pt x="454" y="294"/>
                    <a:pt x="454" y="294"/>
                    <a:pt x="454" y="294"/>
                  </a:cubicBezTo>
                  <a:cubicBezTo>
                    <a:pt x="454" y="279"/>
                    <a:pt x="442" y="267"/>
                    <a:pt x="427" y="267"/>
                  </a:cubicBezTo>
                  <a:close/>
                  <a:moveTo>
                    <a:pt x="239" y="18"/>
                  </a:moveTo>
                  <a:cubicBezTo>
                    <a:pt x="268" y="30"/>
                    <a:pt x="268" y="30"/>
                    <a:pt x="268" y="30"/>
                  </a:cubicBezTo>
                  <a:cubicBezTo>
                    <a:pt x="239" y="42"/>
                    <a:pt x="239" y="42"/>
                    <a:pt x="239" y="42"/>
                  </a:cubicBezTo>
                  <a:lnTo>
                    <a:pt x="239" y="18"/>
                  </a:lnTo>
                  <a:close/>
                  <a:moveTo>
                    <a:pt x="233" y="91"/>
                  </a:moveTo>
                  <a:cubicBezTo>
                    <a:pt x="301" y="194"/>
                    <a:pt x="301" y="194"/>
                    <a:pt x="301" y="194"/>
                  </a:cubicBezTo>
                  <a:cubicBezTo>
                    <a:pt x="294" y="194"/>
                    <a:pt x="294" y="194"/>
                    <a:pt x="294" y="194"/>
                  </a:cubicBezTo>
                  <a:cubicBezTo>
                    <a:pt x="171" y="194"/>
                    <a:pt x="171" y="194"/>
                    <a:pt x="171" y="194"/>
                  </a:cubicBezTo>
                  <a:cubicBezTo>
                    <a:pt x="165" y="194"/>
                    <a:pt x="165" y="194"/>
                    <a:pt x="165" y="194"/>
                  </a:cubicBezTo>
                  <a:lnTo>
                    <a:pt x="233" y="91"/>
                  </a:lnTo>
                  <a:close/>
                  <a:moveTo>
                    <a:pt x="249" y="431"/>
                  </a:moveTo>
                  <a:cubicBezTo>
                    <a:pt x="210" y="431"/>
                    <a:pt x="210" y="431"/>
                    <a:pt x="210" y="431"/>
                  </a:cubicBezTo>
                  <a:cubicBezTo>
                    <a:pt x="210" y="353"/>
                    <a:pt x="210" y="353"/>
                    <a:pt x="210" y="353"/>
                  </a:cubicBezTo>
                  <a:cubicBezTo>
                    <a:pt x="249" y="353"/>
                    <a:pt x="249" y="353"/>
                    <a:pt x="249" y="353"/>
                  </a:cubicBezTo>
                  <a:lnTo>
                    <a:pt x="249" y="431"/>
                  </a:lnTo>
                  <a:close/>
                  <a:moveTo>
                    <a:pt x="440" y="419"/>
                  </a:moveTo>
                  <a:cubicBezTo>
                    <a:pt x="440" y="426"/>
                    <a:pt x="434" y="432"/>
                    <a:pt x="427" y="432"/>
                  </a:cubicBezTo>
                  <a:cubicBezTo>
                    <a:pt x="263" y="432"/>
                    <a:pt x="263" y="432"/>
                    <a:pt x="263" y="432"/>
                  </a:cubicBezTo>
                  <a:cubicBezTo>
                    <a:pt x="263" y="346"/>
                    <a:pt x="263" y="346"/>
                    <a:pt x="263" y="346"/>
                  </a:cubicBezTo>
                  <a:cubicBezTo>
                    <a:pt x="263" y="342"/>
                    <a:pt x="260" y="339"/>
                    <a:pt x="256" y="339"/>
                  </a:cubicBezTo>
                  <a:cubicBezTo>
                    <a:pt x="203" y="339"/>
                    <a:pt x="203" y="339"/>
                    <a:pt x="203" y="339"/>
                  </a:cubicBezTo>
                  <a:cubicBezTo>
                    <a:pt x="199" y="339"/>
                    <a:pt x="196" y="342"/>
                    <a:pt x="196" y="346"/>
                  </a:cubicBezTo>
                  <a:cubicBezTo>
                    <a:pt x="196" y="432"/>
                    <a:pt x="196" y="432"/>
                    <a:pt x="196" y="432"/>
                  </a:cubicBezTo>
                  <a:cubicBezTo>
                    <a:pt x="26" y="432"/>
                    <a:pt x="26" y="432"/>
                    <a:pt x="26" y="432"/>
                  </a:cubicBezTo>
                  <a:cubicBezTo>
                    <a:pt x="20" y="432"/>
                    <a:pt x="14" y="426"/>
                    <a:pt x="14" y="419"/>
                  </a:cubicBezTo>
                  <a:cubicBezTo>
                    <a:pt x="14" y="294"/>
                    <a:pt x="14" y="294"/>
                    <a:pt x="14" y="294"/>
                  </a:cubicBezTo>
                  <a:cubicBezTo>
                    <a:pt x="14" y="287"/>
                    <a:pt x="20" y="281"/>
                    <a:pt x="26" y="281"/>
                  </a:cubicBezTo>
                  <a:cubicBezTo>
                    <a:pt x="152" y="281"/>
                    <a:pt x="152" y="281"/>
                    <a:pt x="152" y="281"/>
                  </a:cubicBezTo>
                  <a:cubicBezTo>
                    <a:pt x="154" y="281"/>
                    <a:pt x="156" y="280"/>
                    <a:pt x="157" y="279"/>
                  </a:cubicBezTo>
                  <a:cubicBezTo>
                    <a:pt x="158" y="277"/>
                    <a:pt x="159" y="276"/>
                    <a:pt x="159" y="274"/>
                  </a:cubicBezTo>
                  <a:cubicBezTo>
                    <a:pt x="159" y="273"/>
                    <a:pt x="159" y="273"/>
                    <a:pt x="159" y="272"/>
                  </a:cubicBezTo>
                  <a:cubicBezTo>
                    <a:pt x="159" y="225"/>
                    <a:pt x="159" y="225"/>
                    <a:pt x="159" y="225"/>
                  </a:cubicBezTo>
                  <a:cubicBezTo>
                    <a:pt x="159" y="216"/>
                    <a:pt x="165" y="208"/>
                    <a:pt x="171" y="208"/>
                  </a:cubicBezTo>
                  <a:cubicBezTo>
                    <a:pt x="294" y="208"/>
                    <a:pt x="294" y="208"/>
                    <a:pt x="294" y="208"/>
                  </a:cubicBezTo>
                  <a:cubicBezTo>
                    <a:pt x="301" y="208"/>
                    <a:pt x="307" y="216"/>
                    <a:pt x="307" y="225"/>
                  </a:cubicBezTo>
                  <a:cubicBezTo>
                    <a:pt x="307" y="272"/>
                    <a:pt x="307" y="272"/>
                    <a:pt x="307" y="272"/>
                  </a:cubicBezTo>
                  <a:cubicBezTo>
                    <a:pt x="307" y="272"/>
                    <a:pt x="307" y="273"/>
                    <a:pt x="307" y="274"/>
                  </a:cubicBezTo>
                  <a:cubicBezTo>
                    <a:pt x="306" y="276"/>
                    <a:pt x="307" y="277"/>
                    <a:pt x="308" y="279"/>
                  </a:cubicBezTo>
                  <a:cubicBezTo>
                    <a:pt x="310" y="280"/>
                    <a:pt x="312" y="281"/>
                    <a:pt x="314" y="281"/>
                  </a:cubicBezTo>
                  <a:cubicBezTo>
                    <a:pt x="427" y="281"/>
                    <a:pt x="427" y="281"/>
                    <a:pt x="427" y="281"/>
                  </a:cubicBezTo>
                  <a:cubicBezTo>
                    <a:pt x="434" y="281"/>
                    <a:pt x="440" y="287"/>
                    <a:pt x="440" y="294"/>
                  </a:cubicBezTo>
                  <a:lnTo>
                    <a:pt x="440" y="4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5" name="Freeform 887"/>
            <p:cNvSpPr>
              <a:spLocks noEditPoints="1"/>
            </p:cNvSpPr>
            <p:nvPr>
              <p:custDataLst>
                <p:tags r:id="rId12"/>
              </p:custDataLst>
            </p:nvPr>
          </p:nvSpPr>
          <p:spPr bwMode="auto">
            <a:xfrm>
              <a:off x="5766084" y="2462492"/>
              <a:ext cx="65184" cy="66571"/>
            </a:xfrm>
            <a:custGeom>
              <a:avLst/>
              <a:gdLst>
                <a:gd name="T0" fmla="*/ 38 w 42"/>
                <a:gd name="T1" fmla="*/ 0 h 42"/>
                <a:gd name="T2" fmla="*/ 3 w 42"/>
                <a:gd name="T3" fmla="*/ 0 h 42"/>
                <a:gd name="T4" fmla="*/ 0 w 42"/>
                <a:gd name="T5" fmla="*/ 3 h 42"/>
                <a:gd name="T6" fmla="*/ 0 w 42"/>
                <a:gd name="T7" fmla="*/ 38 h 42"/>
                <a:gd name="T8" fmla="*/ 3 w 42"/>
                <a:gd name="T9" fmla="*/ 42 h 42"/>
                <a:gd name="T10" fmla="*/ 38 w 42"/>
                <a:gd name="T11" fmla="*/ 42 h 42"/>
                <a:gd name="T12" fmla="*/ 42 w 42"/>
                <a:gd name="T13" fmla="*/ 38 h 42"/>
                <a:gd name="T14" fmla="*/ 42 w 42"/>
                <a:gd name="T15" fmla="*/ 3 h 42"/>
                <a:gd name="T16" fmla="*/ 38 w 42"/>
                <a:gd name="T17" fmla="*/ 0 h 42"/>
                <a:gd name="T18" fmla="*/ 35 w 42"/>
                <a:gd name="T19" fmla="*/ 35 h 42"/>
                <a:gd name="T20" fmla="*/ 7 w 42"/>
                <a:gd name="T21" fmla="*/ 35 h 42"/>
                <a:gd name="T22" fmla="*/ 7 w 42"/>
                <a:gd name="T23" fmla="*/ 7 h 42"/>
                <a:gd name="T24" fmla="*/ 35 w 42"/>
                <a:gd name="T25" fmla="*/ 7 h 42"/>
                <a:gd name="T26" fmla="*/ 35 w 42"/>
                <a:gd name="T27" fmla="*/ 3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 h="42">
                  <a:moveTo>
                    <a:pt x="38" y="0"/>
                  </a:moveTo>
                  <a:cubicBezTo>
                    <a:pt x="3" y="0"/>
                    <a:pt x="3" y="0"/>
                    <a:pt x="3" y="0"/>
                  </a:cubicBezTo>
                  <a:cubicBezTo>
                    <a:pt x="1" y="0"/>
                    <a:pt x="0" y="1"/>
                    <a:pt x="0" y="3"/>
                  </a:cubicBezTo>
                  <a:cubicBezTo>
                    <a:pt x="0" y="38"/>
                    <a:pt x="0" y="38"/>
                    <a:pt x="0" y="38"/>
                  </a:cubicBezTo>
                  <a:cubicBezTo>
                    <a:pt x="0" y="40"/>
                    <a:pt x="1" y="42"/>
                    <a:pt x="3" y="42"/>
                  </a:cubicBezTo>
                  <a:cubicBezTo>
                    <a:pt x="38" y="42"/>
                    <a:pt x="38" y="42"/>
                    <a:pt x="38" y="42"/>
                  </a:cubicBezTo>
                  <a:cubicBezTo>
                    <a:pt x="40" y="42"/>
                    <a:pt x="42" y="40"/>
                    <a:pt x="42" y="38"/>
                  </a:cubicBezTo>
                  <a:cubicBezTo>
                    <a:pt x="42" y="3"/>
                    <a:pt x="42" y="3"/>
                    <a:pt x="42" y="3"/>
                  </a:cubicBezTo>
                  <a:cubicBezTo>
                    <a:pt x="42" y="1"/>
                    <a:pt x="40" y="0"/>
                    <a:pt x="38" y="0"/>
                  </a:cubicBezTo>
                  <a:close/>
                  <a:moveTo>
                    <a:pt x="35" y="35"/>
                  </a:moveTo>
                  <a:cubicBezTo>
                    <a:pt x="7" y="35"/>
                    <a:pt x="7" y="35"/>
                    <a:pt x="7" y="35"/>
                  </a:cubicBezTo>
                  <a:cubicBezTo>
                    <a:pt x="7" y="7"/>
                    <a:pt x="7" y="7"/>
                    <a:pt x="7" y="7"/>
                  </a:cubicBezTo>
                  <a:cubicBezTo>
                    <a:pt x="35" y="7"/>
                    <a:pt x="35" y="7"/>
                    <a:pt x="35" y="7"/>
                  </a:cubicBezTo>
                  <a:lnTo>
                    <a:pt x="35"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6" name="Freeform 888"/>
            <p:cNvSpPr>
              <a:spLocks noEditPoints="1"/>
            </p:cNvSpPr>
            <p:nvPr>
              <p:custDataLst>
                <p:tags r:id="rId13"/>
              </p:custDataLst>
            </p:nvPr>
          </p:nvSpPr>
          <p:spPr bwMode="auto">
            <a:xfrm>
              <a:off x="5853458" y="2462492"/>
              <a:ext cx="66571" cy="66571"/>
            </a:xfrm>
            <a:custGeom>
              <a:avLst/>
              <a:gdLst>
                <a:gd name="T0" fmla="*/ 39 w 42"/>
                <a:gd name="T1" fmla="*/ 0 h 42"/>
                <a:gd name="T2" fmla="*/ 4 w 42"/>
                <a:gd name="T3" fmla="*/ 0 h 42"/>
                <a:gd name="T4" fmla="*/ 0 w 42"/>
                <a:gd name="T5" fmla="*/ 3 h 42"/>
                <a:gd name="T6" fmla="*/ 0 w 42"/>
                <a:gd name="T7" fmla="*/ 38 h 42"/>
                <a:gd name="T8" fmla="*/ 4 w 42"/>
                <a:gd name="T9" fmla="*/ 42 h 42"/>
                <a:gd name="T10" fmla="*/ 39 w 42"/>
                <a:gd name="T11" fmla="*/ 42 h 42"/>
                <a:gd name="T12" fmla="*/ 42 w 42"/>
                <a:gd name="T13" fmla="*/ 38 h 42"/>
                <a:gd name="T14" fmla="*/ 42 w 42"/>
                <a:gd name="T15" fmla="*/ 3 h 42"/>
                <a:gd name="T16" fmla="*/ 39 w 42"/>
                <a:gd name="T17" fmla="*/ 0 h 42"/>
                <a:gd name="T18" fmla="*/ 35 w 42"/>
                <a:gd name="T19" fmla="*/ 35 h 42"/>
                <a:gd name="T20" fmla="*/ 7 w 42"/>
                <a:gd name="T21" fmla="*/ 35 h 42"/>
                <a:gd name="T22" fmla="*/ 7 w 42"/>
                <a:gd name="T23" fmla="*/ 7 h 42"/>
                <a:gd name="T24" fmla="*/ 35 w 42"/>
                <a:gd name="T25" fmla="*/ 7 h 42"/>
                <a:gd name="T26" fmla="*/ 35 w 42"/>
                <a:gd name="T27" fmla="*/ 3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 h="42">
                  <a:moveTo>
                    <a:pt x="39" y="0"/>
                  </a:moveTo>
                  <a:cubicBezTo>
                    <a:pt x="4" y="0"/>
                    <a:pt x="4" y="0"/>
                    <a:pt x="4" y="0"/>
                  </a:cubicBezTo>
                  <a:cubicBezTo>
                    <a:pt x="2" y="0"/>
                    <a:pt x="0" y="1"/>
                    <a:pt x="0" y="3"/>
                  </a:cubicBezTo>
                  <a:cubicBezTo>
                    <a:pt x="0" y="38"/>
                    <a:pt x="0" y="38"/>
                    <a:pt x="0" y="38"/>
                  </a:cubicBezTo>
                  <a:cubicBezTo>
                    <a:pt x="0" y="40"/>
                    <a:pt x="2" y="42"/>
                    <a:pt x="4" y="42"/>
                  </a:cubicBezTo>
                  <a:cubicBezTo>
                    <a:pt x="39" y="42"/>
                    <a:pt x="39" y="42"/>
                    <a:pt x="39" y="42"/>
                  </a:cubicBezTo>
                  <a:cubicBezTo>
                    <a:pt x="41" y="42"/>
                    <a:pt x="42" y="40"/>
                    <a:pt x="42" y="38"/>
                  </a:cubicBezTo>
                  <a:cubicBezTo>
                    <a:pt x="42" y="3"/>
                    <a:pt x="42" y="3"/>
                    <a:pt x="42" y="3"/>
                  </a:cubicBezTo>
                  <a:cubicBezTo>
                    <a:pt x="42" y="1"/>
                    <a:pt x="41" y="0"/>
                    <a:pt x="39" y="0"/>
                  </a:cubicBezTo>
                  <a:close/>
                  <a:moveTo>
                    <a:pt x="35" y="35"/>
                  </a:moveTo>
                  <a:cubicBezTo>
                    <a:pt x="7" y="35"/>
                    <a:pt x="7" y="35"/>
                    <a:pt x="7" y="35"/>
                  </a:cubicBezTo>
                  <a:cubicBezTo>
                    <a:pt x="7" y="7"/>
                    <a:pt x="7" y="7"/>
                    <a:pt x="7" y="7"/>
                  </a:cubicBezTo>
                  <a:cubicBezTo>
                    <a:pt x="35" y="7"/>
                    <a:pt x="35" y="7"/>
                    <a:pt x="35" y="7"/>
                  </a:cubicBezTo>
                  <a:lnTo>
                    <a:pt x="35"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7" name="Freeform 889"/>
            <p:cNvSpPr>
              <a:spLocks noEditPoints="1"/>
            </p:cNvSpPr>
            <p:nvPr>
              <p:custDataLst>
                <p:tags r:id="rId14"/>
              </p:custDataLst>
            </p:nvPr>
          </p:nvSpPr>
          <p:spPr bwMode="auto">
            <a:xfrm>
              <a:off x="5558051" y="2619211"/>
              <a:ext cx="67958" cy="65184"/>
            </a:xfrm>
            <a:custGeom>
              <a:avLst/>
              <a:gdLst>
                <a:gd name="T0" fmla="*/ 39 w 43"/>
                <a:gd name="T1" fmla="*/ 0 h 42"/>
                <a:gd name="T2" fmla="*/ 4 w 43"/>
                <a:gd name="T3" fmla="*/ 0 h 42"/>
                <a:gd name="T4" fmla="*/ 0 w 43"/>
                <a:gd name="T5" fmla="*/ 3 h 42"/>
                <a:gd name="T6" fmla="*/ 0 w 43"/>
                <a:gd name="T7" fmla="*/ 38 h 42"/>
                <a:gd name="T8" fmla="*/ 4 w 43"/>
                <a:gd name="T9" fmla="*/ 42 h 42"/>
                <a:gd name="T10" fmla="*/ 39 w 43"/>
                <a:gd name="T11" fmla="*/ 42 h 42"/>
                <a:gd name="T12" fmla="*/ 43 w 43"/>
                <a:gd name="T13" fmla="*/ 38 h 42"/>
                <a:gd name="T14" fmla="*/ 43 w 43"/>
                <a:gd name="T15" fmla="*/ 3 h 42"/>
                <a:gd name="T16" fmla="*/ 39 w 43"/>
                <a:gd name="T17" fmla="*/ 0 h 42"/>
                <a:gd name="T18" fmla="*/ 36 w 43"/>
                <a:gd name="T19" fmla="*/ 35 h 42"/>
                <a:gd name="T20" fmla="*/ 7 w 43"/>
                <a:gd name="T21" fmla="*/ 35 h 42"/>
                <a:gd name="T22" fmla="*/ 7 w 43"/>
                <a:gd name="T23" fmla="*/ 7 h 42"/>
                <a:gd name="T24" fmla="*/ 36 w 43"/>
                <a:gd name="T25" fmla="*/ 7 h 42"/>
                <a:gd name="T26" fmla="*/ 36 w 43"/>
                <a:gd name="T27" fmla="*/ 3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 h="42">
                  <a:moveTo>
                    <a:pt x="39" y="0"/>
                  </a:moveTo>
                  <a:cubicBezTo>
                    <a:pt x="4" y="0"/>
                    <a:pt x="4" y="0"/>
                    <a:pt x="4" y="0"/>
                  </a:cubicBezTo>
                  <a:cubicBezTo>
                    <a:pt x="2" y="0"/>
                    <a:pt x="0" y="1"/>
                    <a:pt x="0" y="3"/>
                  </a:cubicBezTo>
                  <a:cubicBezTo>
                    <a:pt x="0" y="38"/>
                    <a:pt x="0" y="38"/>
                    <a:pt x="0" y="38"/>
                  </a:cubicBezTo>
                  <a:cubicBezTo>
                    <a:pt x="0" y="40"/>
                    <a:pt x="2" y="42"/>
                    <a:pt x="4" y="42"/>
                  </a:cubicBezTo>
                  <a:cubicBezTo>
                    <a:pt x="39" y="42"/>
                    <a:pt x="39" y="42"/>
                    <a:pt x="39" y="42"/>
                  </a:cubicBezTo>
                  <a:cubicBezTo>
                    <a:pt x="41" y="42"/>
                    <a:pt x="43" y="40"/>
                    <a:pt x="43" y="38"/>
                  </a:cubicBezTo>
                  <a:cubicBezTo>
                    <a:pt x="43" y="3"/>
                    <a:pt x="43" y="3"/>
                    <a:pt x="43" y="3"/>
                  </a:cubicBezTo>
                  <a:cubicBezTo>
                    <a:pt x="43" y="1"/>
                    <a:pt x="41" y="0"/>
                    <a:pt x="39" y="0"/>
                  </a:cubicBezTo>
                  <a:close/>
                  <a:moveTo>
                    <a:pt x="36" y="35"/>
                  </a:moveTo>
                  <a:cubicBezTo>
                    <a:pt x="7" y="35"/>
                    <a:pt x="7" y="35"/>
                    <a:pt x="7" y="35"/>
                  </a:cubicBezTo>
                  <a:cubicBezTo>
                    <a:pt x="7" y="7"/>
                    <a:pt x="7" y="7"/>
                    <a:pt x="7" y="7"/>
                  </a:cubicBezTo>
                  <a:cubicBezTo>
                    <a:pt x="36" y="7"/>
                    <a:pt x="36" y="7"/>
                    <a:pt x="36" y="7"/>
                  </a:cubicBezTo>
                  <a:lnTo>
                    <a:pt x="36"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8" name="Freeform 890"/>
            <p:cNvSpPr>
              <a:spLocks noEditPoints="1"/>
            </p:cNvSpPr>
            <p:nvPr>
              <p:custDataLst>
                <p:tags r:id="rId15"/>
              </p:custDataLst>
            </p:nvPr>
          </p:nvSpPr>
          <p:spPr bwMode="auto">
            <a:xfrm>
              <a:off x="5648198" y="2619211"/>
              <a:ext cx="65184" cy="65184"/>
            </a:xfrm>
            <a:custGeom>
              <a:avLst/>
              <a:gdLst>
                <a:gd name="T0" fmla="*/ 38 w 42"/>
                <a:gd name="T1" fmla="*/ 0 h 42"/>
                <a:gd name="T2" fmla="*/ 3 w 42"/>
                <a:gd name="T3" fmla="*/ 0 h 42"/>
                <a:gd name="T4" fmla="*/ 0 w 42"/>
                <a:gd name="T5" fmla="*/ 3 h 42"/>
                <a:gd name="T6" fmla="*/ 0 w 42"/>
                <a:gd name="T7" fmla="*/ 38 h 42"/>
                <a:gd name="T8" fmla="*/ 3 w 42"/>
                <a:gd name="T9" fmla="*/ 42 h 42"/>
                <a:gd name="T10" fmla="*/ 38 w 42"/>
                <a:gd name="T11" fmla="*/ 42 h 42"/>
                <a:gd name="T12" fmla="*/ 42 w 42"/>
                <a:gd name="T13" fmla="*/ 38 h 42"/>
                <a:gd name="T14" fmla="*/ 42 w 42"/>
                <a:gd name="T15" fmla="*/ 3 h 42"/>
                <a:gd name="T16" fmla="*/ 38 w 42"/>
                <a:gd name="T17" fmla="*/ 0 h 42"/>
                <a:gd name="T18" fmla="*/ 35 w 42"/>
                <a:gd name="T19" fmla="*/ 35 h 42"/>
                <a:gd name="T20" fmla="*/ 7 w 42"/>
                <a:gd name="T21" fmla="*/ 35 h 42"/>
                <a:gd name="T22" fmla="*/ 7 w 42"/>
                <a:gd name="T23" fmla="*/ 7 h 42"/>
                <a:gd name="T24" fmla="*/ 35 w 42"/>
                <a:gd name="T25" fmla="*/ 7 h 42"/>
                <a:gd name="T26" fmla="*/ 35 w 42"/>
                <a:gd name="T27" fmla="*/ 3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 h="42">
                  <a:moveTo>
                    <a:pt x="38" y="0"/>
                  </a:moveTo>
                  <a:cubicBezTo>
                    <a:pt x="3" y="0"/>
                    <a:pt x="3" y="0"/>
                    <a:pt x="3" y="0"/>
                  </a:cubicBezTo>
                  <a:cubicBezTo>
                    <a:pt x="1" y="0"/>
                    <a:pt x="0" y="1"/>
                    <a:pt x="0" y="3"/>
                  </a:cubicBezTo>
                  <a:cubicBezTo>
                    <a:pt x="0" y="38"/>
                    <a:pt x="0" y="38"/>
                    <a:pt x="0" y="38"/>
                  </a:cubicBezTo>
                  <a:cubicBezTo>
                    <a:pt x="0" y="40"/>
                    <a:pt x="1" y="42"/>
                    <a:pt x="3" y="42"/>
                  </a:cubicBezTo>
                  <a:cubicBezTo>
                    <a:pt x="38" y="42"/>
                    <a:pt x="38" y="42"/>
                    <a:pt x="38" y="42"/>
                  </a:cubicBezTo>
                  <a:cubicBezTo>
                    <a:pt x="40" y="42"/>
                    <a:pt x="42" y="40"/>
                    <a:pt x="42" y="38"/>
                  </a:cubicBezTo>
                  <a:cubicBezTo>
                    <a:pt x="42" y="3"/>
                    <a:pt x="42" y="3"/>
                    <a:pt x="42" y="3"/>
                  </a:cubicBezTo>
                  <a:cubicBezTo>
                    <a:pt x="42" y="1"/>
                    <a:pt x="40" y="0"/>
                    <a:pt x="38" y="0"/>
                  </a:cubicBezTo>
                  <a:close/>
                  <a:moveTo>
                    <a:pt x="35" y="35"/>
                  </a:moveTo>
                  <a:cubicBezTo>
                    <a:pt x="7" y="35"/>
                    <a:pt x="7" y="35"/>
                    <a:pt x="7" y="35"/>
                  </a:cubicBezTo>
                  <a:cubicBezTo>
                    <a:pt x="7" y="7"/>
                    <a:pt x="7" y="7"/>
                    <a:pt x="7" y="7"/>
                  </a:cubicBezTo>
                  <a:cubicBezTo>
                    <a:pt x="35" y="7"/>
                    <a:pt x="35" y="7"/>
                    <a:pt x="35" y="7"/>
                  </a:cubicBezTo>
                  <a:lnTo>
                    <a:pt x="35"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89" name="Freeform 891"/>
            <p:cNvSpPr>
              <a:spLocks noEditPoints="1"/>
            </p:cNvSpPr>
            <p:nvPr>
              <p:custDataLst>
                <p:tags r:id="rId16"/>
              </p:custDataLst>
            </p:nvPr>
          </p:nvSpPr>
          <p:spPr bwMode="auto">
            <a:xfrm>
              <a:off x="5968570" y="2619211"/>
              <a:ext cx="66571" cy="65184"/>
            </a:xfrm>
            <a:custGeom>
              <a:avLst/>
              <a:gdLst>
                <a:gd name="T0" fmla="*/ 39 w 42"/>
                <a:gd name="T1" fmla="*/ 0 h 42"/>
                <a:gd name="T2" fmla="*/ 4 w 42"/>
                <a:gd name="T3" fmla="*/ 0 h 42"/>
                <a:gd name="T4" fmla="*/ 0 w 42"/>
                <a:gd name="T5" fmla="*/ 3 h 42"/>
                <a:gd name="T6" fmla="*/ 0 w 42"/>
                <a:gd name="T7" fmla="*/ 38 h 42"/>
                <a:gd name="T8" fmla="*/ 4 w 42"/>
                <a:gd name="T9" fmla="*/ 42 h 42"/>
                <a:gd name="T10" fmla="*/ 39 w 42"/>
                <a:gd name="T11" fmla="*/ 42 h 42"/>
                <a:gd name="T12" fmla="*/ 42 w 42"/>
                <a:gd name="T13" fmla="*/ 38 h 42"/>
                <a:gd name="T14" fmla="*/ 42 w 42"/>
                <a:gd name="T15" fmla="*/ 3 h 42"/>
                <a:gd name="T16" fmla="*/ 39 w 42"/>
                <a:gd name="T17" fmla="*/ 0 h 42"/>
                <a:gd name="T18" fmla="*/ 35 w 42"/>
                <a:gd name="T19" fmla="*/ 35 h 42"/>
                <a:gd name="T20" fmla="*/ 7 w 42"/>
                <a:gd name="T21" fmla="*/ 35 h 42"/>
                <a:gd name="T22" fmla="*/ 7 w 42"/>
                <a:gd name="T23" fmla="*/ 7 h 42"/>
                <a:gd name="T24" fmla="*/ 35 w 42"/>
                <a:gd name="T25" fmla="*/ 7 h 42"/>
                <a:gd name="T26" fmla="*/ 35 w 42"/>
                <a:gd name="T27" fmla="*/ 3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 h="42">
                  <a:moveTo>
                    <a:pt x="39" y="0"/>
                  </a:moveTo>
                  <a:cubicBezTo>
                    <a:pt x="4" y="0"/>
                    <a:pt x="4" y="0"/>
                    <a:pt x="4" y="0"/>
                  </a:cubicBezTo>
                  <a:cubicBezTo>
                    <a:pt x="2" y="0"/>
                    <a:pt x="0" y="1"/>
                    <a:pt x="0" y="3"/>
                  </a:cubicBezTo>
                  <a:cubicBezTo>
                    <a:pt x="0" y="38"/>
                    <a:pt x="0" y="38"/>
                    <a:pt x="0" y="38"/>
                  </a:cubicBezTo>
                  <a:cubicBezTo>
                    <a:pt x="0" y="40"/>
                    <a:pt x="2" y="42"/>
                    <a:pt x="4" y="42"/>
                  </a:cubicBezTo>
                  <a:cubicBezTo>
                    <a:pt x="39" y="42"/>
                    <a:pt x="39" y="42"/>
                    <a:pt x="39" y="42"/>
                  </a:cubicBezTo>
                  <a:cubicBezTo>
                    <a:pt x="41" y="42"/>
                    <a:pt x="42" y="40"/>
                    <a:pt x="42" y="38"/>
                  </a:cubicBezTo>
                  <a:cubicBezTo>
                    <a:pt x="42" y="3"/>
                    <a:pt x="42" y="3"/>
                    <a:pt x="42" y="3"/>
                  </a:cubicBezTo>
                  <a:cubicBezTo>
                    <a:pt x="42" y="1"/>
                    <a:pt x="41" y="0"/>
                    <a:pt x="39" y="0"/>
                  </a:cubicBezTo>
                  <a:close/>
                  <a:moveTo>
                    <a:pt x="35" y="35"/>
                  </a:moveTo>
                  <a:cubicBezTo>
                    <a:pt x="7" y="35"/>
                    <a:pt x="7" y="35"/>
                    <a:pt x="7" y="35"/>
                  </a:cubicBezTo>
                  <a:cubicBezTo>
                    <a:pt x="7" y="7"/>
                    <a:pt x="7" y="7"/>
                    <a:pt x="7" y="7"/>
                  </a:cubicBezTo>
                  <a:cubicBezTo>
                    <a:pt x="35" y="7"/>
                    <a:pt x="35" y="7"/>
                    <a:pt x="35" y="7"/>
                  </a:cubicBezTo>
                  <a:lnTo>
                    <a:pt x="35"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90" name="Freeform 892"/>
            <p:cNvSpPr>
              <a:spLocks noEditPoints="1"/>
            </p:cNvSpPr>
            <p:nvPr>
              <p:custDataLst>
                <p:tags r:id="rId17"/>
              </p:custDataLst>
            </p:nvPr>
          </p:nvSpPr>
          <p:spPr bwMode="auto">
            <a:xfrm>
              <a:off x="6055944" y="2619211"/>
              <a:ext cx="66571" cy="65184"/>
            </a:xfrm>
            <a:custGeom>
              <a:avLst/>
              <a:gdLst>
                <a:gd name="T0" fmla="*/ 39 w 42"/>
                <a:gd name="T1" fmla="*/ 0 h 42"/>
                <a:gd name="T2" fmla="*/ 4 w 42"/>
                <a:gd name="T3" fmla="*/ 0 h 42"/>
                <a:gd name="T4" fmla="*/ 0 w 42"/>
                <a:gd name="T5" fmla="*/ 3 h 42"/>
                <a:gd name="T6" fmla="*/ 0 w 42"/>
                <a:gd name="T7" fmla="*/ 38 h 42"/>
                <a:gd name="T8" fmla="*/ 4 w 42"/>
                <a:gd name="T9" fmla="*/ 42 h 42"/>
                <a:gd name="T10" fmla="*/ 39 w 42"/>
                <a:gd name="T11" fmla="*/ 42 h 42"/>
                <a:gd name="T12" fmla="*/ 42 w 42"/>
                <a:gd name="T13" fmla="*/ 38 h 42"/>
                <a:gd name="T14" fmla="*/ 42 w 42"/>
                <a:gd name="T15" fmla="*/ 3 h 42"/>
                <a:gd name="T16" fmla="*/ 39 w 42"/>
                <a:gd name="T17" fmla="*/ 0 h 42"/>
                <a:gd name="T18" fmla="*/ 35 w 42"/>
                <a:gd name="T19" fmla="*/ 35 h 42"/>
                <a:gd name="T20" fmla="*/ 7 w 42"/>
                <a:gd name="T21" fmla="*/ 35 h 42"/>
                <a:gd name="T22" fmla="*/ 7 w 42"/>
                <a:gd name="T23" fmla="*/ 7 h 42"/>
                <a:gd name="T24" fmla="*/ 35 w 42"/>
                <a:gd name="T25" fmla="*/ 7 h 42"/>
                <a:gd name="T26" fmla="*/ 35 w 42"/>
                <a:gd name="T27" fmla="*/ 3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 h="42">
                  <a:moveTo>
                    <a:pt x="39" y="0"/>
                  </a:moveTo>
                  <a:cubicBezTo>
                    <a:pt x="4" y="0"/>
                    <a:pt x="4" y="0"/>
                    <a:pt x="4" y="0"/>
                  </a:cubicBezTo>
                  <a:cubicBezTo>
                    <a:pt x="2" y="0"/>
                    <a:pt x="0" y="1"/>
                    <a:pt x="0" y="3"/>
                  </a:cubicBezTo>
                  <a:cubicBezTo>
                    <a:pt x="0" y="38"/>
                    <a:pt x="0" y="38"/>
                    <a:pt x="0" y="38"/>
                  </a:cubicBezTo>
                  <a:cubicBezTo>
                    <a:pt x="0" y="40"/>
                    <a:pt x="2" y="42"/>
                    <a:pt x="4" y="42"/>
                  </a:cubicBezTo>
                  <a:cubicBezTo>
                    <a:pt x="39" y="42"/>
                    <a:pt x="39" y="42"/>
                    <a:pt x="39" y="42"/>
                  </a:cubicBezTo>
                  <a:cubicBezTo>
                    <a:pt x="41" y="42"/>
                    <a:pt x="42" y="40"/>
                    <a:pt x="42" y="38"/>
                  </a:cubicBezTo>
                  <a:cubicBezTo>
                    <a:pt x="42" y="3"/>
                    <a:pt x="42" y="3"/>
                    <a:pt x="42" y="3"/>
                  </a:cubicBezTo>
                  <a:cubicBezTo>
                    <a:pt x="42" y="1"/>
                    <a:pt x="41" y="0"/>
                    <a:pt x="39" y="0"/>
                  </a:cubicBezTo>
                  <a:close/>
                  <a:moveTo>
                    <a:pt x="35" y="35"/>
                  </a:moveTo>
                  <a:cubicBezTo>
                    <a:pt x="7" y="35"/>
                    <a:pt x="7" y="35"/>
                    <a:pt x="7" y="35"/>
                  </a:cubicBezTo>
                  <a:cubicBezTo>
                    <a:pt x="7" y="7"/>
                    <a:pt x="7" y="7"/>
                    <a:pt x="7" y="7"/>
                  </a:cubicBezTo>
                  <a:cubicBezTo>
                    <a:pt x="35" y="7"/>
                    <a:pt x="35" y="7"/>
                    <a:pt x="35" y="7"/>
                  </a:cubicBezTo>
                  <a:lnTo>
                    <a:pt x="35"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grpSp>
      <p:grpSp>
        <p:nvGrpSpPr>
          <p:cNvPr id="91" name="组合 90"/>
          <p:cNvGrpSpPr/>
          <p:nvPr>
            <p:custDataLst>
              <p:tags r:id="rId5"/>
            </p:custDataLst>
          </p:nvPr>
        </p:nvGrpSpPr>
        <p:grpSpPr>
          <a:xfrm>
            <a:off x="5373444" y="3231907"/>
            <a:ext cx="343416" cy="365357"/>
            <a:chOff x="4297368" y="2174019"/>
            <a:chExt cx="499280" cy="531179"/>
          </a:xfrm>
          <a:solidFill>
            <a:schemeClr val="bg1"/>
          </a:solidFill>
        </p:grpSpPr>
        <p:sp>
          <p:nvSpPr>
            <p:cNvPr id="92" name="Freeform 948"/>
            <p:cNvSpPr>
              <a:spLocks noEditPoints="1"/>
            </p:cNvSpPr>
            <p:nvPr>
              <p:custDataLst>
                <p:tags r:id="rId8"/>
              </p:custDataLst>
            </p:nvPr>
          </p:nvSpPr>
          <p:spPr bwMode="auto">
            <a:xfrm>
              <a:off x="4322332" y="2174019"/>
              <a:ext cx="447965" cy="389716"/>
            </a:xfrm>
            <a:custGeom>
              <a:avLst/>
              <a:gdLst>
                <a:gd name="T0" fmla="*/ 0 w 285"/>
                <a:gd name="T1" fmla="*/ 188 h 248"/>
                <a:gd name="T2" fmla="*/ 59 w 285"/>
                <a:gd name="T3" fmla="*/ 248 h 248"/>
                <a:gd name="T4" fmla="*/ 115 w 285"/>
                <a:gd name="T5" fmla="*/ 210 h 248"/>
                <a:gd name="T6" fmla="*/ 226 w 285"/>
                <a:gd name="T7" fmla="*/ 248 h 248"/>
                <a:gd name="T8" fmla="*/ 268 w 285"/>
                <a:gd name="T9" fmla="*/ 230 h 248"/>
                <a:gd name="T10" fmla="*/ 226 w 285"/>
                <a:gd name="T11" fmla="*/ 129 h 248"/>
                <a:gd name="T12" fmla="*/ 186 w 285"/>
                <a:gd name="T13" fmla="*/ 121 h 248"/>
                <a:gd name="T14" fmla="*/ 112 w 285"/>
                <a:gd name="T15" fmla="*/ 122 h 248"/>
                <a:gd name="T16" fmla="*/ 141 w 285"/>
                <a:gd name="T17" fmla="*/ 119 h 248"/>
                <a:gd name="T18" fmla="*/ 183 w 285"/>
                <a:gd name="T19" fmla="*/ 101 h 248"/>
                <a:gd name="T20" fmla="*/ 141 w 285"/>
                <a:gd name="T21" fmla="*/ 0 h 248"/>
                <a:gd name="T22" fmla="*/ 82 w 285"/>
                <a:gd name="T23" fmla="*/ 59 h 248"/>
                <a:gd name="T24" fmla="*/ 68 w 285"/>
                <a:gd name="T25" fmla="*/ 55 h 248"/>
                <a:gd name="T26" fmla="*/ 34 w 285"/>
                <a:gd name="T27" fmla="*/ 77 h 248"/>
                <a:gd name="T28" fmla="*/ 59 w 285"/>
                <a:gd name="T29" fmla="*/ 129 h 248"/>
                <a:gd name="T30" fmla="*/ 110 w 285"/>
                <a:gd name="T31" fmla="*/ 29 h 248"/>
                <a:gd name="T32" fmla="*/ 184 w 285"/>
                <a:gd name="T33" fmla="*/ 59 h 248"/>
                <a:gd name="T34" fmla="*/ 141 w 285"/>
                <a:gd name="T35" fmla="*/ 103 h 248"/>
                <a:gd name="T36" fmla="*/ 110 w 285"/>
                <a:gd name="T37" fmla="*/ 29 h 248"/>
                <a:gd name="T38" fmla="*/ 226 w 285"/>
                <a:gd name="T39" fmla="*/ 145 h 248"/>
                <a:gd name="T40" fmla="*/ 256 w 285"/>
                <a:gd name="T41" fmla="*/ 219 h 248"/>
                <a:gd name="T42" fmla="*/ 226 w 285"/>
                <a:gd name="T43" fmla="*/ 232 h 248"/>
                <a:gd name="T44" fmla="*/ 195 w 285"/>
                <a:gd name="T45" fmla="*/ 158 h 248"/>
                <a:gd name="T46" fmla="*/ 44 w 285"/>
                <a:gd name="T47" fmla="*/ 65 h 248"/>
                <a:gd name="T48" fmla="*/ 57 w 285"/>
                <a:gd name="T49" fmla="*/ 62 h 248"/>
                <a:gd name="T50" fmla="*/ 96 w 285"/>
                <a:gd name="T51" fmla="*/ 122 h 248"/>
                <a:gd name="T52" fmla="*/ 107 w 285"/>
                <a:gd name="T53" fmla="*/ 138 h 248"/>
                <a:gd name="T54" fmla="*/ 122 w 285"/>
                <a:gd name="T55" fmla="*/ 145 h 248"/>
                <a:gd name="T56" fmla="*/ 185 w 285"/>
                <a:gd name="T57" fmla="*/ 145 h 248"/>
                <a:gd name="T58" fmla="*/ 166 w 285"/>
                <a:gd name="T59" fmla="*/ 188 h 248"/>
                <a:gd name="T60" fmla="*/ 119 w 285"/>
                <a:gd name="T61" fmla="*/ 193 h 248"/>
                <a:gd name="T62" fmla="*/ 88 w 285"/>
                <a:gd name="T63" fmla="*/ 136 h 248"/>
                <a:gd name="T64" fmla="*/ 45 w 285"/>
                <a:gd name="T65" fmla="*/ 70 h 248"/>
                <a:gd name="T66" fmla="*/ 90 w 285"/>
                <a:gd name="T67" fmla="*/ 219 h 248"/>
                <a:gd name="T68" fmla="*/ 59 w 285"/>
                <a:gd name="T69" fmla="*/ 232 h 248"/>
                <a:gd name="T70" fmla="*/ 29 w 285"/>
                <a:gd name="T71" fmla="*/ 158 h 248"/>
                <a:gd name="T72" fmla="*/ 103 w 285"/>
                <a:gd name="T73" fmla="*/ 18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5" h="248">
                  <a:moveTo>
                    <a:pt x="17" y="146"/>
                  </a:moveTo>
                  <a:cubicBezTo>
                    <a:pt x="6" y="158"/>
                    <a:pt x="0" y="172"/>
                    <a:pt x="0" y="188"/>
                  </a:cubicBezTo>
                  <a:cubicBezTo>
                    <a:pt x="0" y="221"/>
                    <a:pt x="27" y="248"/>
                    <a:pt x="59" y="248"/>
                  </a:cubicBezTo>
                  <a:cubicBezTo>
                    <a:pt x="59" y="248"/>
                    <a:pt x="59" y="248"/>
                    <a:pt x="59" y="248"/>
                  </a:cubicBezTo>
                  <a:cubicBezTo>
                    <a:pt x="75" y="248"/>
                    <a:pt x="90" y="242"/>
                    <a:pt x="101" y="230"/>
                  </a:cubicBezTo>
                  <a:cubicBezTo>
                    <a:pt x="107" y="224"/>
                    <a:pt x="112" y="217"/>
                    <a:pt x="115" y="210"/>
                  </a:cubicBezTo>
                  <a:cubicBezTo>
                    <a:pt x="170" y="210"/>
                    <a:pt x="170" y="210"/>
                    <a:pt x="170" y="210"/>
                  </a:cubicBezTo>
                  <a:cubicBezTo>
                    <a:pt x="179" y="232"/>
                    <a:pt x="200" y="248"/>
                    <a:pt x="226" y="248"/>
                  </a:cubicBezTo>
                  <a:cubicBezTo>
                    <a:pt x="226" y="248"/>
                    <a:pt x="226" y="248"/>
                    <a:pt x="226" y="248"/>
                  </a:cubicBezTo>
                  <a:cubicBezTo>
                    <a:pt x="242" y="248"/>
                    <a:pt x="257" y="242"/>
                    <a:pt x="268" y="230"/>
                  </a:cubicBezTo>
                  <a:cubicBezTo>
                    <a:pt x="279" y="219"/>
                    <a:pt x="285" y="204"/>
                    <a:pt x="285" y="188"/>
                  </a:cubicBezTo>
                  <a:cubicBezTo>
                    <a:pt x="285" y="155"/>
                    <a:pt x="259" y="129"/>
                    <a:pt x="226" y="129"/>
                  </a:cubicBezTo>
                  <a:cubicBezTo>
                    <a:pt x="216" y="129"/>
                    <a:pt x="207" y="131"/>
                    <a:pt x="199" y="135"/>
                  </a:cubicBezTo>
                  <a:cubicBezTo>
                    <a:pt x="195" y="130"/>
                    <a:pt x="191" y="125"/>
                    <a:pt x="186" y="121"/>
                  </a:cubicBezTo>
                  <a:cubicBezTo>
                    <a:pt x="183" y="118"/>
                    <a:pt x="179" y="118"/>
                    <a:pt x="176" y="120"/>
                  </a:cubicBezTo>
                  <a:cubicBezTo>
                    <a:pt x="175" y="120"/>
                    <a:pt x="143" y="145"/>
                    <a:pt x="112" y="122"/>
                  </a:cubicBezTo>
                  <a:cubicBezTo>
                    <a:pt x="95" y="97"/>
                    <a:pt x="95" y="97"/>
                    <a:pt x="95" y="97"/>
                  </a:cubicBezTo>
                  <a:cubicBezTo>
                    <a:pt x="106" y="110"/>
                    <a:pt x="123" y="119"/>
                    <a:pt x="141" y="119"/>
                  </a:cubicBezTo>
                  <a:cubicBezTo>
                    <a:pt x="141" y="119"/>
                    <a:pt x="141" y="119"/>
                    <a:pt x="141" y="119"/>
                  </a:cubicBezTo>
                  <a:cubicBezTo>
                    <a:pt x="157" y="119"/>
                    <a:pt x="172" y="113"/>
                    <a:pt x="183" y="101"/>
                  </a:cubicBezTo>
                  <a:cubicBezTo>
                    <a:pt x="194" y="90"/>
                    <a:pt x="201" y="75"/>
                    <a:pt x="201" y="59"/>
                  </a:cubicBezTo>
                  <a:cubicBezTo>
                    <a:pt x="201" y="26"/>
                    <a:pt x="174" y="0"/>
                    <a:pt x="141" y="0"/>
                  </a:cubicBezTo>
                  <a:cubicBezTo>
                    <a:pt x="125" y="0"/>
                    <a:pt x="110" y="6"/>
                    <a:pt x="99" y="17"/>
                  </a:cubicBezTo>
                  <a:cubicBezTo>
                    <a:pt x="88" y="28"/>
                    <a:pt x="82" y="43"/>
                    <a:pt x="82" y="59"/>
                  </a:cubicBezTo>
                  <a:cubicBezTo>
                    <a:pt x="82" y="69"/>
                    <a:pt x="84" y="78"/>
                    <a:pt x="88" y="86"/>
                  </a:cubicBezTo>
                  <a:cubicBezTo>
                    <a:pt x="68" y="55"/>
                    <a:pt x="68" y="55"/>
                    <a:pt x="68" y="55"/>
                  </a:cubicBezTo>
                  <a:cubicBezTo>
                    <a:pt x="62" y="46"/>
                    <a:pt x="50" y="43"/>
                    <a:pt x="40" y="49"/>
                  </a:cubicBezTo>
                  <a:cubicBezTo>
                    <a:pt x="31" y="55"/>
                    <a:pt x="28" y="68"/>
                    <a:pt x="34" y="77"/>
                  </a:cubicBezTo>
                  <a:cubicBezTo>
                    <a:pt x="68" y="130"/>
                    <a:pt x="68" y="130"/>
                    <a:pt x="68" y="130"/>
                  </a:cubicBezTo>
                  <a:cubicBezTo>
                    <a:pt x="65" y="129"/>
                    <a:pt x="62" y="129"/>
                    <a:pt x="59" y="129"/>
                  </a:cubicBezTo>
                  <a:cubicBezTo>
                    <a:pt x="43" y="129"/>
                    <a:pt x="29" y="135"/>
                    <a:pt x="17" y="146"/>
                  </a:cubicBezTo>
                  <a:close/>
                  <a:moveTo>
                    <a:pt x="110" y="29"/>
                  </a:moveTo>
                  <a:cubicBezTo>
                    <a:pt x="119" y="20"/>
                    <a:pt x="129" y="16"/>
                    <a:pt x="141" y="16"/>
                  </a:cubicBezTo>
                  <a:cubicBezTo>
                    <a:pt x="165" y="16"/>
                    <a:pt x="184" y="35"/>
                    <a:pt x="184" y="59"/>
                  </a:cubicBezTo>
                  <a:cubicBezTo>
                    <a:pt x="184" y="71"/>
                    <a:pt x="180" y="82"/>
                    <a:pt x="172" y="90"/>
                  </a:cubicBezTo>
                  <a:cubicBezTo>
                    <a:pt x="163" y="98"/>
                    <a:pt x="153" y="103"/>
                    <a:pt x="141" y="103"/>
                  </a:cubicBezTo>
                  <a:cubicBezTo>
                    <a:pt x="117" y="103"/>
                    <a:pt x="98" y="83"/>
                    <a:pt x="98" y="59"/>
                  </a:cubicBezTo>
                  <a:cubicBezTo>
                    <a:pt x="98" y="48"/>
                    <a:pt x="102" y="37"/>
                    <a:pt x="110" y="29"/>
                  </a:cubicBezTo>
                  <a:close/>
                  <a:moveTo>
                    <a:pt x="195" y="158"/>
                  </a:moveTo>
                  <a:cubicBezTo>
                    <a:pt x="203" y="149"/>
                    <a:pt x="214" y="145"/>
                    <a:pt x="226" y="145"/>
                  </a:cubicBezTo>
                  <a:cubicBezTo>
                    <a:pt x="250" y="145"/>
                    <a:pt x="269" y="164"/>
                    <a:pt x="269" y="188"/>
                  </a:cubicBezTo>
                  <a:cubicBezTo>
                    <a:pt x="269" y="200"/>
                    <a:pt x="265" y="211"/>
                    <a:pt x="256" y="219"/>
                  </a:cubicBezTo>
                  <a:cubicBezTo>
                    <a:pt x="248" y="227"/>
                    <a:pt x="237" y="232"/>
                    <a:pt x="226" y="232"/>
                  </a:cubicBezTo>
                  <a:cubicBezTo>
                    <a:pt x="226" y="232"/>
                    <a:pt x="226" y="232"/>
                    <a:pt x="226" y="232"/>
                  </a:cubicBezTo>
                  <a:cubicBezTo>
                    <a:pt x="202" y="232"/>
                    <a:pt x="182" y="212"/>
                    <a:pt x="182" y="188"/>
                  </a:cubicBezTo>
                  <a:cubicBezTo>
                    <a:pt x="182" y="177"/>
                    <a:pt x="187" y="166"/>
                    <a:pt x="195" y="158"/>
                  </a:cubicBezTo>
                  <a:close/>
                  <a:moveTo>
                    <a:pt x="45" y="70"/>
                  </a:moveTo>
                  <a:cubicBezTo>
                    <a:pt x="44" y="69"/>
                    <a:pt x="44" y="67"/>
                    <a:pt x="44" y="65"/>
                  </a:cubicBezTo>
                  <a:cubicBezTo>
                    <a:pt x="45" y="63"/>
                    <a:pt x="46" y="61"/>
                    <a:pt x="47" y="60"/>
                  </a:cubicBezTo>
                  <a:cubicBezTo>
                    <a:pt x="50" y="58"/>
                    <a:pt x="55" y="59"/>
                    <a:pt x="57" y="62"/>
                  </a:cubicBezTo>
                  <a:cubicBezTo>
                    <a:pt x="96" y="122"/>
                    <a:pt x="96" y="122"/>
                    <a:pt x="96" y="122"/>
                  </a:cubicBezTo>
                  <a:cubicBezTo>
                    <a:pt x="96" y="122"/>
                    <a:pt x="96" y="122"/>
                    <a:pt x="96" y="122"/>
                  </a:cubicBezTo>
                  <a:cubicBezTo>
                    <a:pt x="106" y="138"/>
                    <a:pt x="106" y="138"/>
                    <a:pt x="106" y="138"/>
                  </a:cubicBezTo>
                  <a:cubicBezTo>
                    <a:pt x="107" y="138"/>
                    <a:pt x="107" y="138"/>
                    <a:pt x="107" y="138"/>
                  </a:cubicBezTo>
                  <a:cubicBezTo>
                    <a:pt x="109" y="140"/>
                    <a:pt x="112" y="142"/>
                    <a:pt x="115" y="143"/>
                  </a:cubicBezTo>
                  <a:cubicBezTo>
                    <a:pt x="117" y="144"/>
                    <a:pt x="120" y="145"/>
                    <a:pt x="122" y="145"/>
                  </a:cubicBezTo>
                  <a:cubicBezTo>
                    <a:pt x="147" y="153"/>
                    <a:pt x="170" y="142"/>
                    <a:pt x="180" y="137"/>
                  </a:cubicBezTo>
                  <a:cubicBezTo>
                    <a:pt x="182" y="139"/>
                    <a:pt x="184" y="142"/>
                    <a:pt x="185" y="145"/>
                  </a:cubicBezTo>
                  <a:cubicBezTo>
                    <a:pt x="185" y="145"/>
                    <a:pt x="184" y="146"/>
                    <a:pt x="184" y="146"/>
                  </a:cubicBezTo>
                  <a:cubicBezTo>
                    <a:pt x="172" y="158"/>
                    <a:pt x="166" y="172"/>
                    <a:pt x="166" y="188"/>
                  </a:cubicBezTo>
                  <a:cubicBezTo>
                    <a:pt x="166" y="190"/>
                    <a:pt x="166" y="192"/>
                    <a:pt x="167" y="193"/>
                  </a:cubicBezTo>
                  <a:cubicBezTo>
                    <a:pt x="119" y="193"/>
                    <a:pt x="119" y="193"/>
                    <a:pt x="119" y="193"/>
                  </a:cubicBezTo>
                  <a:cubicBezTo>
                    <a:pt x="119" y="192"/>
                    <a:pt x="119" y="190"/>
                    <a:pt x="119" y="188"/>
                  </a:cubicBezTo>
                  <a:cubicBezTo>
                    <a:pt x="119" y="166"/>
                    <a:pt x="106" y="146"/>
                    <a:pt x="88" y="136"/>
                  </a:cubicBezTo>
                  <a:cubicBezTo>
                    <a:pt x="87" y="135"/>
                    <a:pt x="87" y="135"/>
                    <a:pt x="87" y="135"/>
                  </a:cubicBezTo>
                  <a:lnTo>
                    <a:pt x="45" y="70"/>
                  </a:lnTo>
                  <a:close/>
                  <a:moveTo>
                    <a:pt x="103" y="188"/>
                  </a:moveTo>
                  <a:cubicBezTo>
                    <a:pt x="103" y="200"/>
                    <a:pt x="98" y="211"/>
                    <a:pt x="90" y="219"/>
                  </a:cubicBezTo>
                  <a:cubicBezTo>
                    <a:pt x="82" y="227"/>
                    <a:pt x="71" y="232"/>
                    <a:pt x="59" y="232"/>
                  </a:cubicBezTo>
                  <a:cubicBezTo>
                    <a:pt x="59" y="232"/>
                    <a:pt x="59" y="232"/>
                    <a:pt x="59" y="232"/>
                  </a:cubicBezTo>
                  <a:cubicBezTo>
                    <a:pt x="35" y="232"/>
                    <a:pt x="16" y="212"/>
                    <a:pt x="16" y="188"/>
                  </a:cubicBezTo>
                  <a:cubicBezTo>
                    <a:pt x="16" y="177"/>
                    <a:pt x="20" y="166"/>
                    <a:pt x="29" y="158"/>
                  </a:cubicBezTo>
                  <a:cubicBezTo>
                    <a:pt x="37" y="149"/>
                    <a:pt x="48" y="145"/>
                    <a:pt x="59" y="145"/>
                  </a:cubicBezTo>
                  <a:cubicBezTo>
                    <a:pt x="83" y="145"/>
                    <a:pt x="103" y="164"/>
                    <a:pt x="103" y="18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93" name="Freeform 949"/>
            <p:cNvSpPr>
              <a:spLocks noEditPoints="1"/>
            </p:cNvSpPr>
            <p:nvPr>
              <p:custDataLst>
                <p:tags r:id="rId9"/>
              </p:custDataLst>
            </p:nvPr>
          </p:nvSpPr>
          <p:spPr bwMode="auto">
            <a:xfrm>
              <a:off x="4297368" y="2562348"/>
              <a:ext cx="238545" cy="142850"/>
            </a:xfrm>
            <a:custGeom>
              <a:avLst/>
              <a:gdLst>
                <a:gd name="T0" fmla="*/ 2 w 152"/>
                <a:gd name="T1" fmla="*/ 89 h 91"/>
                <a:gd name="T2" fmla="*/ 8 w 152"/>
                <a:gd name="T3" fmla="*/ 91 h 91"/>
                <a:gd name="T4" fmla="*/ 143 w 152"/>
                <a:gd name="T5" fmla="*/ 91 h 91"/>
                <a:gd name="T6" fmla="*/ 151 w 152"/>
                <a:gd name="T7" fmla="*/ 84 h 91"/>
                <a:gd name="T8" fmla="*/ 120 w 152"/>
                <a:gd name="T9" fmla="*/ 3 h 91"/>
                <a:gd name="T10" fmla="*/ 110 w 152"/>
                <a:gd name="T11" fmla="*/ 2 h 91"/>
                <a:gd name="T12" fmla="*/ 43 w 152"/>
                <a:gd name="T13" fmla="*/ 2 h 91"/>
                <a:gd name="T14" fmla="*/ 32 w 152"/>
                <a:gd name="T15" fmla="*/ 2 h 91"/>
                <a:gd name="T16" fmla="*/ 0 w 152"/>
                <a:gd name="T17" fmla="*/ 83 h 91"/>
                <a:gd name="T18" fmla="*/ 2 w 152"/>
                <a:gd name="T19" fmla="*/ 89 h 91"/>
                <a:gd name="T20" fmla="*/ 39 w 152"/>
                <a:gd name="T21" fmla="*/ 19 h 91"/>
                <a:gd name="T22" fmla="*/ 114 w 152"/>
                <a:gd name="T23" fmla="*/ 19 h 91"/>
                <a:gd name="T24" fmla="*/ 134 w 152"/>
                <a:gd name="T25" fmla="*/ 75 h 91"/>
                <a:gd name="T26" fmla="*/ 16 w 152"/>
                <a:gd name="T27" fmla="*/ 75 h 91"/>
                <a:gd name="T28" fmla="*/ 39 w 152"/>
                <a:gd name="T29" fmla="*/ 19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91">
                  <a:moveTo>
                    <a:pt x="2" y="89"/>
                  </a:moveTo>
                  <a:cubicBezTo>
                    <a:pt x="4" y="91"/>
                    <a:pt x="6" y="91"/>
                    <a:pt x="8" y="91"/>
                  </a:cubicBezTo>
                  <a:cubicBezTo>
                    <a:pt x="143" y="91"/>
                    <a:pt x="143" y="91"/>
                    <a:pt x="143" y="91"/>
                  </a:cubicBezTo>
                  <a:cubicBezTo>
                    <a:pt x="147" y="91"/>
                    <a:pt x="150" y="88"/>
                    <a:pt x="151" y="84"/>
                  </a:cubicBezTo>
                  <a:cubicBezTo>
                    <a:pt x="151" y="82"/>
                    <a:pt x="152" y="31"/>
                    <a:pt x="120" y="3"/>
                  </a:cubicBezTo>
                  <a:cubicBezTo>
                    <a:pt x="118" y="0"/>
                    <a:pt x="113" y="0"/>
                    <a:pt x="110" y="2"/>
                  </a:cubicBezTo>
                  <a:cubicBezTo>
                    <a:pt x="109" y="3"/>
                    <a:pt x="75" y="28"/>
                    <a:pt x="43" y="2"/>
                  </a:cubicBezTo>
                  <a:cubicBezTo>
                    <a:pt x="40" y="0"/>
                    <a:pt x="35" y="0"/>
                    <a:pt x="32" y="2"/>
                  </a:cubicBezTo>
                  <a:cubicBezTo>
                    <a:pt x="31" y="3"/>
                    <a:pt x="1" y="30"/>
                    <a:pt x="0" y="83"/>
                  </a:cubicBezTo>
                  <a:cubicBezTo>
                    <a:pt x="0" y="85"/>
                    <a:pt x="1" y="88"/>
                    <a:pt x="2" y="89"/>
                  </a:cubicBezTo>
                  <a:close/>
                  <a:moveTo>
                    <a:pt x="39" y="19"/>
                  </a:moveTo>
                  <a:cubicBezTo>
                    <a:pt x="67" y="38"/>
                    <a:pt x="97" y="29"/>
                    <a:pt x="114" y="19"/>
                  </a:cubicBezTo>
                  <a:cubicBezTo>
                    <a:pt x="130" y="37"/>
                    <a:pt x="133" y="63"/>
                    <a:pt x="134" y="75"/>
                  </a:cubicBezTo>
                  <a:cubicBezTo>
                    <a:pt x="16" y="75"/>
                    <a:pt x="16" y="75"/>
                    <a:pt x="16" y="75"/>
                  </a:cubicBezTo>
                  <a:cubicBezTo>
                    <a:pt x="19" y="46"/>
                    <a:pt x="32" y="27"/>
                    <a:pt x="39"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sp>
          <p:nvSpPr>
            <p:cNvPr id="94" name="Freeform 950"/>
            <p:cNvSpPr>
              <a:spLocks noEditPoints="1"/>
            </p:cNvSpPr>
            <p:nvPr>
              <p:custDataLst>
                <p:tags r:id="rId10"/>
              </p:custDataLst>
            </p:nvPr>
          </p:nvSpPr>
          <p:spPr bwMode="auto">
            <a:xfrm>
              <a:off x="4558103" y="2562348"/>
              <a:ext cx="238545" cy="142850"/>
            </a:xfrm>
            <a:custGeom>
              <a:avLst/>
              <a:gdLst>
                <a:gd name="T0" fmla="*/ 111 w 152"/>
                <a:gd name="T1" fmla="*/ 2 h 91"/>
                <a:gd name="T2" fmla="*/ 43 w 152"/>
                <a:gd name="T3" fmla="*/ 2 h 91"/>
                <a:gd name="T4" fmla="*/ 33 w 152"/>
                <a:gd name="T5" fmla="*/ 2 h 91"/>
                <a:gd name="T6" fmla="*/ 0 w 152"/>
                <a:gd name="T7" fmla="*/ 83 h 91"/>
                <a:gd name="T8" fmla="*/ 3 w 152"/>
                <a:gd name="T9" fmla="*/ 89 h 91"/>
                <a:gd name="T10" fmla="*/ 8 w 152"/>
                <a:gd name="T11" fmla="*/ 91 h 91"/>
                <a:gd name="T12" fmla="*/ 143 w 152"/>
                <a:gd name="T13" fmla="*/ 91 h 91"/>
                <a:gd name="T14" fmla="*/ 151 w 152"/>
                <a:gd name="T15" fmla="*/ 84 h 91"/>
                <a:gd name="T16" fmla="*/ 121 w 152"/>
                <a:gd name="T17" fmla="*/ 3 h 91"/>
                <a:gd name="T18" fmla="*/ 111 w 152"/>
                <a:gd name="T19" fmla="*/ 2 h 91"/>
                <a:gd name="T20" fmla="*/ 135 w 152"/>
                <a:gd name="T21" fmla="*/ 75 h 91"/>
                <a:gd name="T22" fmla="*/ 17 w 152"/>
                <a:gd name="T23" fmla="*/ 75 h 91"/>
                <a:gd name="T24" fmla="*/ 39 w 152"/>
                <a:gd name="T25" fmla="*/ 19 h 91"/>
                <a:gd name="T26" fmla="*/ 114 w 152"/>
                <a:gd name="T27" fmla="*/ 19 h 91"/>
                <a:gd name="T28" fmla="*/ 135 w 152"/>
                <a:gd name="T29" fmla="*/ 75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91">
                  <a:moveTo>
                    <a:pt x="111" y="2"/>
                  </a:moveTo>
                  <a:cubicBezTo>
                    <a:pt x="109" y="3"/>
                    <a:pt x="75" y="28"/>
                    <a:pt x="43" y="2"/>
                  </a:cubicBezTo>
                  <a:cubicBezTo>
                    <a:pt x="40" y="0"/>
                    <a:pt x="36" y="0"/>
                    <a:pt x="33" y="2"/>
                  </a:cubicBezTo>
                  <a:cubicBezTo>
                    <a:pt x="32" y="3"/>
                    <a:pt x="1" y="30"/>
                    <a:pt x="0" y="83"/>
                  </a:cubicBezTo>
                  <a:cubicBezTo>
                    <a:pt x="0" y="85"/>
                    <a:pt x="1" y="88"/>
                    <a:pt x="3" y="89"/>
                  </a:cubicBezTo>
                  <a:cubicBezTo>
                    <a:pt x="4" y="91"/>
                    <a:pt x="6" y="91"/>
                    <a:pt x="8" y="91"/>
                  </a:cubicBezTo>
                  <a:cubicBezTo>
                    <a:pt x="143" y="91"/>
                    <a:pt x="143" y="91"/>
                    <a:pt x="143" y="91"/>
                  </a:cubicBezTo>
                  <a:cubicBezTo>
                    <a:pt x="147" y="91"/>
                    <a:pt x="151" y="88"/>
                    <a:pt x="151" y="84"/>
                  </a:cubicBezTo>
                  <a:cubicBezTo>
                    <a:pt x="151" y="82"/>
                    <a:pt x="152" y="31"/>
                    <a:pt x="121" y="3"/>
                  </a:cubicBezTo>
                  <a:cubicBezTo>
                    <a:pt x="118" y="0"/>
                    <a:pt x="114" y="0"/>
                    <a:pt x="111" y="2"/>
                  </a:cubicBezTo>
                  <a:close/>
                  <a:moveTo>
                    <a:pt x="135" y="75"/>
                  </a:moveTo>
                  <a:cubicBezTo>
                    <a:pt x="17" y="75"/>
                    <a:pt x="17" y="75"/>
                    <a:pt x="17" y="75"/>
                  </a:cubicBezTo>
                  <a:cubicBezTo>
                    <a:pt x="19" y="46"/>
                    <a:pt x="32" y="27"/>
                    <a:pt x="39" y="19"/>
                  </a:cubicBezTo>
                  <a:cubicBezTo>
                    <a:pt x="67" y="38"/>
                    <a:pt x="98" y="29"/>
                    <a:pt x="114" y="19"/>
                  </a:cubicBezTo>
                  <a:cubicBezTo>
                    <a:pt x="130" y="37"/>
                    <a:pt x="134" y="63"/>
                    <a:pt x="135"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Open Sans" panose="020B0606030504020204" charset="0"/>
              </a:endParaRPr>
            </a:p>
          </p:txBody>
        </p:sp>
      </p:grpSp>
      <p:sp>
        <p:nvSpPr>
          <p:cNvPr id="4" name="文本框 3"/>
          <p:cNvSpPr txBox="1"/>
          <p:nvPr>
            <p:custDataLst>
              <p:tags r:id="rId6"/>
            </p:custDataLst>
          </p:nvPr>
        </p:nvSpPr>
        <p:spPr>
          <a:xfrm>
            <a:off x="-1171575" y="116840"/>
            <a:ext cx="5449570" cy="504825"/>
          </a:xfrm>
          <a:prstGeom prst="rect">
            <a:avLst/>
          </a:prstGeom>
          <a:noFill/>
        </p:spPr>
        <p:txBody>
          <a:bodyPr wrap="square" rtlCol="0">
            <a:noAutofit/>
          </a:bodyPr>
          <a:lstStyle/>
          <a:p>
            <a:pPr algn="ctr"/>
            <a:r>
              <a:rPr lang="en-US" altLang="zh-CN" sz="2000" b="1">
                <a:solidFill>
                  <a:srgbClr val="87747E"/>
                </a:solidFill>
                <a:latin typeface="+mn-ea"/>
                <a:cs typeface="Open Sans" panose="020B0606030504020204" charset="0"/>
              </a:rPr>
              <a:t>PROBLEM STATEMENT</a:t>
            </a:r>
          </a:p>
        </p:txBody>
      </p:sp>
      <p:sp>
        <p:nvSpPr>
          <p:cNvPr id="10" name="Text Box 9"/>
          <p:cNvSpPr txBox="1"/>
          <p:nvPr/>
        </p:nvSpPr>
        <p:spPr>
          <a:xfrm>
            <a:off x="180340" y="653415"/>
            <a:ext cx="8694420" cy="1323340"/>
          </a:xfrm>
          <a:prstGeom prst="rect">
            <a:avLst/>
          </a:prstGeom>
        </p:spPr>
        <p:txBody>
          <a:bodyPr wrap="square">
            <a:noAutofit/>
          </a:bodyPr>
          <a:lstStyle/>
          <a:p>
            <a:pPr algn="just"/>
            <a:r>
              <a:rPr lang="en-US" sz="1600" dirty="0"/>
              <a:t>Early detection of Alzheimer’s disease is difficult due to complex brain patterns and varied symptoms. Existing systems rely mainly on MRI images and ignore clinical text data, reducing accuracy. Additionally, lack of explainability makes predictions hard to trust, creating a need for a multimodal and interpretable AI-based solution.</a:t>
            </a:r>
            <a:endParaRPr lang="en-US" altLang="en-US" sz="1600" dirty="0"/>
          </a:p>
        </p:txBody>
      </p:sp>
      <p:sp>
        <p:nvSpPr>
          <p:cNvPr id="11" name="文本框 3"/>
          <p:cNvSpPr txBox="1"/>
          <p:nvPr>
            <p:custDataLst>
              <p:tags r:id="rId7"/>
            </p:custDataLst>
          </p:nvPr>
        </p:nvSpPr>
        <p:spPr>
          <a:xfrm>
            <a:off x="0" y="2230755"/>
            <a:ext cx="2870835" cy="819150"/>
          </a:xfrm>
          <a:prstGeom prst="rect">
            <a:avLst/>
          </a:prstGeom>
          <a:noFill/>
        </p:spPr>
        <p:txBody>
          <a:bodyPr wrap="square" rtlCol="0">
            <a:noAutofit/>
          </a:bodyPr>
          <a:lstStyle/>
          <a:p>
            <a:pPr algn="ctr"/>
            <a:r>
              <a:rPr lang="en-US" altLang="zh-CN" sz="2000" b="1">
                <a:solidFill>
                  <a:srgbClr val="87747E"/>
                </a:solidFill>
                <a:latin typeface="+mn-ea"/>
                <a:cs typeface="Open Sans" panose="020B0606030504020204" charset="0"/>
              </a:rPr>
              <a:t>PROPOSED SYSTEM</a:t>
            </a:r>
          </a:p>
        </p:txBody>
      </p:sp>
      <p:sp>
        <p:nvSpPr>
          <p:cNvPr id="12" name="Text Box 11"/>
          <p:cNvSpPr txBox="1"/>
          <p:nvPr/>
        </p:nvSpPr>
        <p:spPr>
          <a:xfrm>
            <a:off x="181610" y="2731770"/>
            <a:ext cx="8962390" cy="1714500"/>
          </a:xfrm>
          <a:prstGeom prst="rect">
            <a:avLst/>
          </a:prstGeom>
        </p:spPr>
        <p:txBody>
          <a:bodyPr wrap="square">
            <a:noAutofit/>
          </a:bodyPr>
          <a:lstStyle/>
          <a:p>
            <a:pPr algn="just"/>
            <a:r>
              <a:rPr lang="en-US" sz="1600" dirty="0"/>
              <a:t>The proposed system will use MRI images and clinical text data for Alzheimer’s detection. A Vision-Language Model will integrate both data types to improve accuracy, while Explainable AI techniques will provide transparent and reliable predictions to support medical decision-making.</a:t>
            </a:r>
            <a:endParaRPr lang="en-US" altLang="en-US" sz="1600" dirty="0"/>
          </a:p>
        </p:txBody>
      </p:sp>
      <p:cxnSp>
        <p:nvCxnSpPr>
          <p:cNvPr id="13" name="直接连接符 4"/>
          <p:cNvCxnSpPr/>
          <p:nvPr/>
        </p:nvCxnSpPr>
        <p:spPr>
          <a:xfrm flipV="1">
            <a:off x="338293" y="510462"/>
            <a:ext cx="2230120" cy="13335"/>
          </a:xfrm>
          <a:prstGeom prst="line">
            <a:avLst/>
          </a:prstGeom>
          <a:ln w="38100">
            <a:solidFill>
              <a:srgbClr val="87747E"/>
            </a:solidFill>
          </a:ln>
        </p:spPr>
        <p:style>
          <a:lnRef idx="1">
            <a:schemeClr val="accent1"/>
          </a:lnRef>
          <a:fillRef idx="0">
            <a:schemeClr val="accent1"/>
          </a:fillRef>
          <a:effectRef idx="0">
            <a:schemeClr val="accent1"/>
          </a:effectRef>
          <a:fontRef idx="minor">
            <a:schemeClr val="tx1"/>
          </a:fontRef>
        </p:style>
      </p:cxnSp>
      <p:cxnSp>
        <p:nvCxnSpPr>
          <p:cNvPr id="15" name="直接连接符 4"/>
          <p:cNvCxnSpPr/>
          <p:nvPr/>
        </p:nvCxnSpPr>
        <p:spPr>
          <a:xfrm flipV="1">
            <a:off x="338293" y="2623742"/>
            <a:ext cx="2178050" cy="12700"/>
          </a:xfrm>
          <a:prstGeom prst="line">
            <a:avLst/>
          </a:prstGeom>
          <a:ln w="38100">
            <a:solidFill>
              <a:srgbClr val="87747E"/>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203200" y="1003222"/>
            <a:ext cx="8737600" cy="3314481"/>
          </a:xfrm>
          <a:prstGeom prst="rect">
            <a:avLst/>
          </a:prstGeom>
        </p:spPr>
        <p:txBody>
          <a:bodyPr wrap="square">
            <a:noAutofit/>
          </a:bodyPr>
          <a:lstStyle/>
          <a:p>
            <a:endParaRPr lang="en-US" sz="1600" dirty="0"/>
          </a:p>
          <a:p>
            <a:pPr>
              <a:buAutoNum type="arabicPeriod"/>
            </a:pPr>
            <a:r>
              <a:rPr lang="en-US" sz="1600" dirty="0"/>
              <a:t> To collect MRI brain image datasets and relevant clinical textual data for Alzheimer’s analysis</a:t>
            </a:r>
          </a:p>
          <a:p>
            <a:pPr>
              <a:buAutoNum type="arabicPeriod"/>
            </a:pPr>
            <a:endParaRPr lang="en-US" sz="1600" dirty="0"/>
          </a:p>
          <a:p>
            <a:pPr>
              <a:buAutoNum type="arabicPeriod"/>
            </a:pPr>
            <a:r>
              <a:rPr lang="en-US" sz="1600" dirty="0"/>
              <a:t> To preprocess the collected data, including image normalization and text cleaning, to prepare it for model training</a:t>
            </a:r>
          </a:p>
          <a:p>
            <a:pPr indent="0">
              <a:buNone/>
            </a:pPr>
            <a:endParaRPr lang="en-US" sz="1600" dirty="0"/>
          </a:p>
          <a:p>
            <a:pPr indent="0">
              <a:buNone/>
            </a:pPr>
            <a:r>
              <a:rPr lang="en-US" sz="1600" dirty="0"/>
              <a:t>3. To develop a multimodal model using </a:t>
            </a:r>
            <a:r>
              <a:rPr lang="en-US" sz="1600" dirty="0">
                <a:sym typeface="+mn-ea"/>
              </a:rPr>
              <a:t>Vision-Language techniques</a:t>
            </a:r>
            <a:r>
              <a:rPr lang="en-US" sz="1600" dirty="0"/>
              <a:t> by extracting and integrating features from both image and text data  </a:t>
            </a:r>
          </a:p>
          <a:p>
            <a:pPr>
              <a:buAutoNum type="arabicPeriod"/>
            </a:pPr>
            <a:endParaRPr lang="en-IN" sz="1600" dirty="0"/>
          </a:p>
          <a:p>
            <a:pPr indent="0">
              <a:buNone/>
            </a:pPr>
            <a:r>
              <a:rPr lang="en-US" sz="1600" dirty="0"/>
              <a:t>4. To incorporate Explainable AI (XAI) methods to interpret model predictions and improve reliability</a:t>
            </a:r>
            <a:endParaRPr sz="1600" dirty="0"/>
          </a:p>
          <a:p>
            <a:pPr>
              <a:buAutoNum type="arabicPeriod"/>
            </a:pPr>
            <a:endParaRPr sz="1600" dirty="0"/>
          </a:p>
          <a:p>
            <a:pPr indent="0">
              <a:buNone/>
            </a:pPr>
            <a:endParaRPr sz="1600" dirty="0"/>
          </a:p>
        </p:txBody>
      </p:sp>
      <p:cxnSp>
        <p:nvCxnSpPr>
          <p:cNvPr id="5" name="直接连接符 4"/>
          <p:cNvCxnSpPr/>
          <p:nvPr/>
        </p:nvCxnSpPr>
        <p:spPr>
          <a:xfrm>
            <a:off x="3698713" y="1003222"/>
            <a:ext cx="1161415" cy="1270"/>
          </a:xfrm>
          <a:prstGeom prst="line">
            <a:avLst/>
          </a:prstGeom>
          <a:ln w="38100">
            <a:solidFill>
              <a:srgbClr val="87747E"/>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1"/>
            </p:custDataLst>
          </p:nvPr>
        </p:nvSpPr>
        <p:spPr>
          <a:xfrm>
            <a:off x="3091815" y="527050"/>
            <a:ext cx="2374900" cy="477520"/>
          </a:xfrm>
          <a:prstGeom prst="rect">
            <a:avLst/>
          </a:prstGeom>
          <a:noFill/>
        </p:spPr>
        <p:txBody>
          <a:bodyPr wrap="square" rtlCol="0">
            <a:noAutofit/>
          </a:bodyPr>
          <a:lstStyle/>
          <a:p>
            <a:pPr algn="ctr"/>
            <a:r>
              <a:rPr lang="en-US" altLang="zh-CN" sz="2000" b="1">
                <a:solidFill>
                  <a:srgbClr val="87747E"/>
                </a:solidFill>
                <a:latin typeface="+mn-ea"/>
                <a:cs typeface="Open Sans" panose="020B0606030504020204" charset="0"/>
              </a:rPr>
              <a:t>OBJECTIVES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443068" y="745412"/>
            <a:ext cx="3550285" cy="18415"/>
          </a:xfrm>
          <a:prstGeom prst="line">
            <a:avLst/>
          </a:prstGeom>
          <a:ln w="38100">
            <a:solidFill>
              <a:srgbClr val="87747E"/>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1"/>
            </p:custDataLst>
          </p:nvPr>
        </p:nvSpPr>
        <p:spPr>
          <a:xfrm>
            <a:off x="-276225" y="240665"/>
            <a:ext cx="5102860" cy="470535"/>
          </a:xfrm>
          <a:prstGeom prst="rect">
            <a:avLst/>
          </a:prstGeom>
          <a:noFill/>
        </p:spPr>
        <p:txBody>
          <a:bodyPr wrap="square" rtlCol="0">
            <a:noAutofit/>
          </a:bodyPr>
          <a:lstStyle/>
          <a:p>
            <a:pPr algn="ctr"/>
            <a:r>
              <a:rPr lang="en-US" altLang="zh-CN" sz="2400" b="1">
                <a:solidFill>
                  <a:srgbClr val="87747E"/>
                </a:solidFill>
                <a:latin typeface="+mn-ea"/>
                <a:cs typeface="Open Sans" panose="020B0606030504020204" charset="0"/>
              </a:rPr>
              <a:t>METHODOLOGY DIAGRAM</a:t>
            </a:r>
          </a:p>
        </p:txBody>
      </p:sp>
      <p:pic>
        <p:nvPicPr>
          <p:cNvPr id="7" name="Picture 6"/>
          <p:cNvPicPr>
            <a:picLocks noChangeAspect="1"/>
          </p:cNvPicPr>
          <p:nvPr/>
        </p:nvPicPr>
        <p:blipFill>
          <a:blip r:embed="rId3"/>
          <a:srcRect b="13177"/>
          <a:stretch>
            <a:fillRect/>
          </a:stretch>
        </p:blipFill>
        <p:spPr>
          <a:xfrm>
            <a:off x="272143" y="798039"/>
            <a:ext cx="8244000" cy="40168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3338033" y="620317"/>
            <a:ext cx="1878330" cy="13970"/>
          </a:xfrm>
          <a:prstGeom prst="line">
            <a:avLst/>
          </a:prstGeom>
          <a:ln w="38100">
            <a:solidFill>
              <a:srgbClr val="87747E"/>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1"/>
            </p:custDataLst>
          </p:nvPr>
        </p:nvSpPr>
        <p:spPr>
          <a:xfrm>
            <a:off x="3004185" y="153670"/>
            <a:ext cx="2628900" cy="305435"/>
          </a:xfrm>
          <a:prstGeom prst="rect">
            <a:avLst/>
          </a:prstGeom>
          <a:noFill/>
        </p:spPr>
        <p:txBody>
          <a:bodyPr wrap="square" rtlCol="0">
            <a:noAutofit/>
          </a:bodyPr>
          <a:lstStyle/>
          <a:p>
            <a:pPr algn="ctr"/>
            <a:r>
              <a:rPr lang="en-US" altLang="zh-CN" sz="2400" b="1">
                <a:solidFill>
                  <a:srgbClr val="87747E"/>
                </a:solidFill>
                <a:latin typeface="+mn-ea"/>
                <a:cs typeface="Open Sans" panose="020B0606030504020204" charset="0"/>
              </a:rPr>
              <a:t>REQUIREMENTS</a:t>
            </a:r>
          </a:p>
        </p:txBody>
      </p:sp>
      <p:sp>
        <p:nvSpPr>
          <p:cNvPr id="4" name="Text Box 3"/>
          <p:cNvSpPr txBox="1"/>
          <p:nvPr/>
        </p:nvSpPr>
        <p:spPr>
          <a:xfrm>
            <a:off x="329565" y="720329"/>
            <a:ext cx="8484870" cy="3702841"/>
          </a:xfrm>
          <a:prstGeom prst="rect">
            <a:avLst/>
          </a:prstGeom>
        </p:spPr>
        <p:txBody>
          <a:bodyPr wrap="square">
            <a:noAutofit/>
          </a:bodyPr>
          <a:lstStyle/>
          <a:p>
            <a:pPr marL="285750" indent="-285750">
              <a:buFont typeface="Arial" panose="020B0604020202020204" pitchFamily="34" charset="0"/>
              <a:buChar char="•"/>
            </a:pPr>
            <a:r>
              <a:rPr lang="en-US" sz="1600" dirty="0"/>
              <a:t>Python(3.x)</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err="1"/>
              <a:t>PyTorch</a:t>
            </a:r>
            <a:r>
              <a:rPr lang="en-US" sz="1600" dirty="0"/>
              <a:t> / TensorFlow</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Vision-Language Models (CLIP / </a:t>
            </a:r>
            <a:r>
              <a:rPr lang="en-US" sz="1600" dirty="0" err="1"/>
              <a:t>MedCLIP</a:t>
            </a:r>
            <a:r>
              <a:rPr lang="en-US" sz="1600"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BERT / </a:t>
            </a:r>
            <a:r>
              <a:rPr lang="en-US" sz="1600" dirty="0" err="1"/>
              <a:t>ClinicalBERT</a:t>
            </a:r>
            <a:r>
              <a:rPr lang="en-US" sz="1600" dirty="0"/>
              <a:t> (for text processing)</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Vision Transformer (</a:t>
            </a:r>
            <a:r>
              <a:rPr lang="en-US" sz="1600" dirty="0" err="1"/>
              <a:t>ViT</a:t>
            </a:r>
            <a:r>
              <a:rPr lang="en-US" sz="1600" dirty="0"/>
              <a:t>) / CNN (for image feature extraction)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err="1"/>
              <a:t>HuggingFace</a:t>
            </a:r>
            <a:r>
              <a:rPr lang="en-US" sz="1600" dirty="0"/>
              <a:t> Transformers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OpenCV (for image preprocessing)</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NumPy, Pandas, Scikit-learn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VS Code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372583" y="835582"/>
            <a:ext cx="2854093" cy="0"/>
          </a:xfrm>
          <a:prstGeom prst="line">
            <a:avLst/>
          </a:prstGeom>
          <a:ln w="38100">
            <a:solidFill>
              <a:srgbClr val="87747E"/>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1"/>
            </p:custDataLst>
          </p:nvPr>
        </p:nvSpPr>
        <p:spPr>
          <a:xfrm>
            <a:off x="-105103" y="307340"/>
            <a:ext cx="3932248" cy="460375"/>
          </a:xfrm>
          <a:prstGeom prst="rect">
            <a:avLst/>
          </a:prstGeom>
          <a:noFill/>
        </p:spPr>
        <p:txBody>
          <a:bodyPr wrap="square" rtlCol="0">
            <a:spAutoFit/>
          </a:bodyPr>
          <a:lstStyle/>
          <a:p>
            <a:pPr algn="ctr"/>
            <a:r>
              <a:rPr lang="en-US" altLang="zh-CN" sz="2400" b="1" dirty="0">
                <a:solidFill>
                  <a:srgbClr val="87747E"/>
                </a:solidFill>
                <a:latin typeface="+mn-ea"/>
                <a:cs typeface="Open Sans" panose="020B0606030504020204" charset="0"/>
              </a:rPr>
              <a:t>EXPECTED OUTCOMES</a:t>
            </a:r>
          </a:p>
        </p:txBody>
      </p:sp>
      <p:sp>
        <p:nvSpPr>
          <p:cNvPr id="7" name="Text Box 6"/>
          <p:cNvSpPr txBox="1"/>
          <p:nvPr/>
        </p:nvSpPr>
        <p:spPr>
          <a:xfrm>
            <a:off x="272415" y="976630"/>
            <a:ext cx="7746978" cy="3190875"/>
          </a:xfrm>
          <a:prstGeom prst="rect">
            <a:avLst/>
          </a:prstGeom>
        </p:spPr>
        <p:txBody>
          <a:bodyPr wrap="square">
            <a:noAutofit/>
          </a:bodyPr>
          <a:lstStyle/>
          <a:p>
            <a:pPr fontAlgn="t"/>
            <a:endParaRPr sz="1600" dirty="0"/>
          </a:p>
          <a:p>
            <a:r>
              <a:rPr lang="en-IN" sz="1600" dirty="0"/>
              <a:t>• Will achieve multimodal Alzheimer’s classification using MRI scans and radiology reports</a:t>
            </a:r>
          </a:p>
          <a:p>
            <a:endParaRPr lang="en-IN" sz="1600" dirty="0"/>
          </a:p>
          <a:p>
            <a:r>
              <a:rPr lang="en-IN" sz="1600" dirty="0"/>
              <a:t>• Will improve diagnostic accuracy through image and text fusion</a:t>
            </a:r>
          </a:p>
          <a:p>
            <a:endParaRPr lang="en-IN" sz="1600" dirty="0"/>
          </a:p>
          <a:p>
            <a:r>
              <a:rPr lang="en-IN" sz="1600" dirty="0"/>
              <a:t>• Will generate confidence-based predictions with disease stage classification</a:t>
            </a:r>
          </a:p>
          <a:p>
            <a:endParaRPr lang="en-IN" sz="1600" dirty="0"/>
          </a:p>
          <a:p>
            <a:r>
              <a:rPr lang="en-IN" sz="1600" dirty="0"/>
              <a:t>• Will provide visual explanations using explainable AI (highlighting brain regions)</a:t>
            </a:r>
          </a:p>
          <a:p>
            <a:endParaRPr lang="en-IN" sz="1600" dirty="0"/>
          </a:p>
          <a:p>
            <a:r>
              <a:rPr lang="en-IN" sz="1600" dirty="0"/>
              <a:t>• Will feature an interactive interface for input and result visualization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1"/>
          <p:cNvSpPr txBox="1"/>
          <p:nvPr>
            <p:custDataLst>
              <p:tags r:id="rId1"/>
            </p:custDataLst>
          </p:nvPr>
        </p:nvSpPr>
        <p:spPr>
          <a:xfrm>
            <a:off x="0" y="117475"/>
            <a:ext cx="2520315" cy="355600"/>
          </a:xfrm>
          <a:prstGeom prst="rect">
            <a:avLst/>
          </a:prstGeom>
          <a:noFill/>
        </p:spPr>
        <p:txBody>
          <a:bodyPr wrap="square" rtlCol="0">
            <a:noAutofit/>
          </a:bodyPr>
          <a:lstStyle/>
          <a:p>
            <a:pPr algn="ctr"/>
            <a:r>
              <a:rPr lang="en-US" altLang="zh-CN" sz="2400" b="1">
                <a:solidFill>
                  <a:srgbClr val="87747E"/>
                </a:solidFill>
                <a:latin typeface="+mn-ea"/>
                <a:cs typeface="Open Sans" panose="020B0606030504020204" charset="0"/>
              </a:rPr>
              <a:t>REFERENCES</a:t>
            </a:r>
          </a:p>
        </p:txBody>
      </p:sp>
      <p:cxnSp>
        <p:nvCxnSpPr>
          <p:cNvPr id="7" name="直接连接符 4"/>
          <p:cNvCxnSpPr/>
          <p:nvPr/>
        </p:nvCxnSpPr>
        <p:spPr>
          <a:xfrm>
            <a:off x="524348" y="554277"/>
            <a:ext cx="1471295" cy="17780"/>
          </a:xfrm>
          <a:prstGeom prst="line">
            <a:avLst/>
          </a:prstGeom>
          <a:ln w="38100">
            <a:solidFill>
              <a:srgbClr val="87747E"/>
            </a:solidFill>
          </a:ln>
        </p:spPr>
        <p:style>
          <a:lnRef idx="1">
            <a:schemeClr val="accent1"/>
          </a:lnRef>
          <a:fillRef idx="0">
            <a:schemeClr val="accent1"/>
          </a:fillRef>
          <a:effectRef idx="0">
            <a:schemeClr val="accent1"/>
          </a:effectRef>
          <a:fontRef idx="minor">
            <a:schemeClr val="tx1"/>
          </a:fontRef>
        </p:style>
      </p:cxnSp>
      <p:sp>
        <p:nvSpPr>
          <p:cNvPr id="8" name="Text Box 7"/>
          <p:cNvSpPr txBox="1"/>
          <p:nvPr/>
        </p:nvSpPr>
        <p:spPr>
          <a:xfrm>
            <a:off x="336550" y="473075"/>
            <a:ext cx="8408035" cy="4385309"/>
          </a:xfrm>
          <a:prstGeom prst="rect">
            <a:avLst/>
          </a:prstGeom>
          <a:noFill/>
        </p:spPr>
        <p:txBody>
          <a:bodyPr wrap="square" rtlCol="0">
            <a:noAutofit/>
          </a:bodyPr>
          <a:lstStyle/>
          <a:p>
            <a:pPr marL="342900" indent="-342900">
              <a:buFont typeface="+mj-lt"/>
              <a:buAutoNum type="arabicPeriod"/>
            </a:pPr>
            <a:endParaRPr lang="en-IN" sz="1400" dirty="0"/>
          </a:p>
          <a:p>
            <a:pPr marL="342900" indent="-342900">
              <a:buFont typeface="+mj-lt"/>
              <a:buAutoNum type="arabicPeriod"/>
            </a:pPr>
            <a:endParaRPr lang="en-IN" sz="1400" dirty="0"/>
          </a:p>
          <a:p>
            <a:pPr marL="342900" indent="-342900">
              <a:buFont typeface="+mj-lt"/>
              <a:buAutoNum type="arabicPeriod"/>
            </a:pPr>
            <a:r>
              <a:rPr lang="en-US" sz="1400" dirty="0"/>
              <a:t>Z. Wang </a:t>
            </a:r>
            <a:r>
              <a:rPr lang="en-US" sz="1400" i="1" dirty="0"/>
              <a:t>et al</a:t>
            </a:r>
            <a:r>
              <a:rPr lang="en-US" sz="1400" dirty="0"/>
              <a:t>., “</a:t>
            </a:r>
            <a:r>
              <a:rPr lang="en-US" sz="1400" dirty="0" err="1"/>
              <a:t>MedCLIP</a:t>
            </a:r>
            <a:r>
              <a:rPr lang="en-US" sz="1400" dirty="0"/>
              <a:t>: Contrastive Learning from Unpaired Medical Images and Text,” in </a:t>
            </a:r>
            <a:r>
              <a:rPr lang="en-US" sz="1400" i="1" dirty="0"/>
              <a:t>Proc. EMNLP</a:t>
            </a:r>
            <a:r>
              <a:rPr lang="en-US" sz="1400" dirty="0"/>
              <a:t>, 2022.</a:t>
            </a:r>
            <a:br>
              <a:rPr lang="en-US" sz="1400" dirty="0"/>
            </a:br>
            <a:r>
              <a:rPr lang="en-US" sz="1400" dirty="0"/>
              <a:t>Available: </a:t>
            </a:r>
            <a:r>
              <a:rPr lang="en-US" sz="1400" dirty="0">
                <a:hlinkClick r:id="rId3"/>
              </a:rPr>
              <a:t>https://arxiv.org/abs/2210.10163</a:t>
            </a:r>
            <a:endParaRPr lang="en-US" sz="1400" dirty="0"/>
          </a:p>
          <a:p>
            <a:pPr marL="342900" indent="-342900">
              <a:buFont typeface="+mj-lt"/>
              <a:buAutoNum type="arabicPeriod"/>
            </a:pPr>
            <a:endParaRPr lang="en-IN" sz="1400" dirty="0"/>
          </a:p>
          <a:p>
            <a:pPr marL="342900" indent="-342900">
              <a:buFont typeface="+mj-lt"/>
              <a:buAutoNum type="arabicPeriod"/>
            </a:pPr>
            <a:r>
              <a:rPr lang="en-US" sz="1400" dirty="0"/>
              <a:t>A. </a:t>
            </a:r>
            <a:r>
              <a:rPr lang="en-US" sz="1400" dirty="0" err="1"/>
              <a:t>Dosovitskiy</a:t>
            </a:r>
            <a:r>
              <a:rPr lang="en-US" sz="1400" dirty="0"/>
              <a:t> </a:t>
            </a:r>
            <a:r>
              <a:rPr lang="en-US" sz="1400" i="1" dirty="0"/>
              <a:t>et al</a:t>
            </a:r>
            <a:r>
              <a:rPr lang="en-US" sz="1400" dirty="0"/>
              <a:t>., “An Image is Worth 16x16 Words: Transformers for Image Recognition at Scale,” in </a:t>
            </a:r>
            <a:r>
              <a:rPr lang="en-US" sz="1400" i="1" dirty="0"/>
              <a:t>Proc. ICLR</a:t>
            </a:r>
            <a:r>
              <a:rPr lang="en-US" sz="1400" dirty="0"/>
              <a:t>, 2021.</a:t>
            </a:r>
            <a:br>
              <a:rPr lang="en-US" sz="1400" dirty="0"/>
            </a:br>
            <a:r>
              <a:rPr lang="en-US" sz="1400" dirty="0"/>
              <a:t>Available: </a:t>
            </a:r>
            <a:r>
              <a:rPr lang="en-US" sz="1400" dirty="0">
                <a:hlinkClick r:id="rId4"/>
              </a:rPr>
              <a:t>https://arxiv.org/abs/2010.11929</a:t>
            </a:r>
            <a:endParaRPr lang="en-US" sz="1400" dirty="0"/>
          </a:p>
          <a:p>
            <a:pPr marL="342900" indent="-342900">
              <a:buFont typeface="+mj-lt"/>
              <a:buAutoNum type="arabicPeriod"/>
            </a:pPr>
            <a:endParaRPr lang="en-IN" sz="1400" dirty="0"/>
          </a:p>
          <a:p>
            <a:pPr marL="342900" indent="-342900">
              <a:buFont typeface="+mj-lt"/>
              <a:buAutoNum type="arabicPeriod"/>
            </a:pPr>
            <a:r>
              <a:rPr lang="en-IN" sz="1400" dirty="0"/>
              <a:t>H. </a:t>
            </a:r>
            <a:r>
              <a:rPr lang="en-IN" sz="1400" dirty="0" err="1"/>
              <a:t>Touvron</a:t>
            </a:r>
            <a:r>
              <a:rPr lang="en-IN" sz="1400" dirty="0"/>
              <a:t> </a:t>
            </a:r>
            <a:r>
              <a:rPr lang="en-IN" sz="1400" i="1" dirty="0"/>
              <a:t>et al</a:t>
            </a:r>
            <a:r>
              <a:rPr lang="en-IN" sz="1400" dirty="0"/>
              <a:t>., “Training Data-efficient Image Transformers &amp; Distillation through Attention,” in </a:t>
            </a:r>
            <a:r>
              <a:rPr lang="en-IN" sz="1400" i="1" dirty="0"/>
              <a:t>Proc. ICML</a:t>
            </a:r>
            <a:r>
              <a:rPr lang="en-IN" sz="1400" dirty="0"/>
              <a:t>, 2021.</a:t>
            </a:r>
            <a:br>
              <a:rPr lang="en-IN" sz="1400" dirty="0"/>
            </a:br>
            <a:r>
              <a:rPr lang="en-IN" sz="1400" dirty="0"/>
              <a:t>Available: </a:t>
            </a:r>
            <a:r>
              <a:rPr lang="en-IN" sz="1400" dirty="0">
                <a:hlinkClick r:id="rId5"/>
              </a:rPr>
              <a:t>https://arxiv.org/abs/2012.12877</a:t>
            </a:r>
            <a:endParaRPr lang="en-IN" sz="1400" dirty="0"/>
          </a:p>
          <a:p>
            <a:pPr marL="342900" indent="-342900">
              <a:buFont typeface="+mj-lt"/>
              <a:buAutoNum type="arabicPeriod"/>
            </a:pPr>
            <a:endParaRPr lang="en-IN" sz="1400" dirty="0"/>
          </a:p>
          <a:p>
            <a:pPr marL="342900" indent="-342900">
              <a:buFont typeface="+mj-lt"/>
              <a:buAutoNum type="arabicPeriod"/>
            </a:pPr>
            <a:r>
              <a:rPr lang="en-IN" sz="1400" dirty="0"/>
              <a:t>W. Zhang </a:t>
            </a:r>
            <a:r>
              <a:rPr lang="en-IN" sz="1400" i="1" dirty="0"/>
              <a:t>et al</a:t>
            </a:r>
            <a:r>
              <a:rPr lang="en-IN" sz="1400" dirty="0"/>
              <a:t>., “Deep Learning Based Multi-modal Classification for Alzheimer’s Disease Diagnosis,” </a:t>
            </a:r>
            <a:r>
              <a:rPr lang="en-IN" sz="1400" i="1" dirty="0" err="1"/>
              <a:t>NeuroImage</a:t>
            </a:r>
            <a:r>
              <a:rPr lang="en-IN" sz="1400" dirty="0"/>
              <a:t>, vol. 183, pp. 522–531, 2019.</a:t>
            </a:r>
            <a:br>
              <a:rPr lang="en-IN" sz="1400" dirty="0"/>
            </a:br>
            <a:r>
              <a:rPr lang="en-IN" sz="1400" dirty="0"/>
              <a:t>Available: </a:t>
            </a:r>
            <a:r>
              <a:rPr lang="en-IN" sz="1400" dirty="0">
                <a:hlinkClick r:id="rId6"/>
              </a:rPr>
              <a:t>https://doi.org/10.1016/j.neuroimage.2018.08.035</a:t>
            </a:r>
            <a:endParaRPr lang="en-IN" sz="1400" dirty="0"/>
          </a:p>
          <a:p>
            <a:pPr marL="342900" indent="-342900">
              <a:buFont typeface="+mj-lt"/>
              <a:buAutoNum type="arabicPeriod"/>
            </a:pPr>
            <a:endParaRPr lang="en-IN" sz="1400" dirty="0"/>
          </a:p>
          <a:p>
            <a:endParaRPr lang="en-IN" sz="1400" dirty="0"/>
          </a:p>
          <a:p>
            <a:pPr marL="342900" indent="-342900">
              <a:buAutoNum type="arabicPeriod" startAt="5"/>
            </a:pPr>
            <a:endParaRPr lang="en-IN" sz="1400" dirty="0"/>
          </a:p>
          <a:p>
            <a:pPr marL="342900" indent="-342900">
              <a:buFont typeface="+mj-lt"/>
              <a:buAutoNum type="arabicPeriod"/>
            </a:pPr>
            <a:endParaRPr lang="en-IN" sz="1400" dirty="0"/>
          </a:p>
          <a:p>
            <a:endParaRPr lang="en-IN" sz="1400" dirty="0"/>
          </a:p>
          <a:p>
            <a:endParaRPr lang="en-IN" sz="1400" dirty="0"/>
          </a:p>
          <a:p>
            <a:endParaRPr lang="en-IN" sz="1400" dirty="0"/>
          </a:p>
          <a:p>
            <a:endParaRPr lang="en-IN" sz="1400" dirty="0"/>
          </a:p>
          <a:p>
            <a:endParaRPr lang="en-IN" sz="1400" dirty="0"/>
          </a:p>
          <a:p>
            <a:endParaRPr lang="en-IN" sz="1400" dirty="0"/>
          </a:p>
          <a:p>
            <a:pPr marL="342900" indent="-342900">
              <a:buAutoNum type="arabicPeriod"/>
            </a:pPr>
            <a:endParaRPr lang="en-US" altLang="en-US" sz="1600" dirty="0">
              <a:hlinkClick r:id="rId7" action="ppaction://hlinkfil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1059815" y="1751965"/>
            <a:ext cx="6892925" cy="1378585"/>
          </a:xfrm>
          <a:prstGeom prst="rect">
            <a:avLst/>
          </a:prstGeom>
          <a:noFill/>
        </p:spPr>
        <p:txBody>
          <a:bodyPr wrap="square" rtlCol="0">
            <a:noAutofit/>
          </a:bodyPr>
          <a:lstStyle/>
          <a:p>
            <a:pPr algn="ctr"/>
            <a:r>
              <a:rPr lang="en-US" sz="5400">
                <a:solidFill>
                  <a:srgbClr val="7030A0"/>
                </a:solidFill>
                <a:effectLst>
                  <a:reflection blurRad="6350" stA="53000" endA="300" endPos="35500" dir="5400000" sy="-90000" algn="bl" rotWithShape="0"/>
                </a:effectLst>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705e756-37e0-4f85-8d19-51e6aa8e733f"/>
  <p:tag name="COMMONDATA" val="eyJoZGlkIjoiMmNmYmEwOWQ4Y2Q0M2IxMGZkNjI4ZjhkZDQyNzg1OTY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24.8990551181102,&quot;left&quot;:74.20755905511811,&quot;top&quot;:104.17551181102363,&quot;width&quot;:571.5848818897637}"/>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自定义 612">
      <a:dk1>
        <a:sysClr val="windowText" lastClr="000000"/>
      </a:dk1>
      <a:lt1>
        <a:sysClr val="window" lastClr="FFFFFF"/>
      </a:lt1>
      <a:dk2>
        <a:srgbClr val="44546A"/>
      </a:dk2>
      <a:lt2>
        <a:srgbClr val="E7E6E6"/>
      </a:lt2>
      <a:accent1>
        <a:srgbClr val="FEEB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2新标准">
      <a:majorFont>
        <a:latin typeface="Open Sans"/>
        <a:ea typeface="Open Sans"/>
        <a:cs typeface=""/>
      </a:majorFont>
      <a:minorFont>
        <a:latin typeface="Open Sans"/>
        <a:ea typeface="Open San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
        <a:cs typeface=""/>
        <a:font script="Jpan" typeface="游ゴシック"/>
        <a:font script="Hang" typeface="맑은 고딕"/>
        <a:font script="Hans" typeface="Open Sans"/>
        <a:font script="Hant" typeface="新細明體"/>
        <a:font script="Arab" typeface="Open Sans"/>
        <a:font script="Hebr" typeface="Open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Open San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
        <a:cs typeface=""/>
        <a:font script="Jpan" typeface="游ゴシック"/>
        <a:font script="Hang" typeface="맑은 고딕"/>
        <a:font script="Hans" typeface="Open Sans"/>
        <a:font script="Hant" typeface="新細明體"/>
        <a:font script="Arab" typeface="Open Sans"/>
        <a:font script="Hebr" typeface="Open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Open San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5000</Words>
  <Application>Microsoft Office PowerPoint</Application>
  <PresentationFormat>On-screen Show (16:9)</PresentationFormat>
  <Paragraphs>153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misbahnoorain928@gmail.com</cp:lastModifiedBy>
  <cp:revision>70</cp:revision>
  <dcterms:created xsi:type="dcterms:W3CDTF">2021-08-16T10:05:00Z</dcterms:created>
  <dcterms:modified xsi:type="dcterms:W3CDTF">2026-04-17T04:43:09Z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45B6262395DB43FC9633CFE6D82700AA_12</vt:lpwstr>
  </property>
  <property fmtid="{D5CDD505-2E9C-101B-9397-08002B2CF9AE}" pid="3" name="KSOProductBuildVer">
    <vt:lpwstr>1033-12.1.0.25242</vt:lpwstr>
  </property>
</Properties>
</file>